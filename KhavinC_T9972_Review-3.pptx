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png" ContentType="image/png"/>
  <Default Extension="wdp" ContentType="image/vnd.ms-photo"/>
  <Default Extension="rels" ContentType="application/vnd.openxmlformats-package.relationship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slides/slide4.xml" ContentType="application/vnd.openxmlformats-officedocument.presentationml.slide+xml"/>
  <Override PartName="/ppt/graphics/data1.xml" ContentType="application/vnd.openxmlformats-officedocument.drawingml.diagramData+xml"/>
  <Override PartName="/ppt/graphics/layout1.xml" ContentType="application/vnd.openxmlformats-officedocument.drawingml.diagramLayout+xml"/>
  <Override PartName="/ppt/graphics/quickStyle1.xml" ContentType="application/vnd.openxmlformats-officedocument.drawingml.diagramStyle+xml"/>
  <Override PartName="/ppt/graphics/colors1.xml" ContentType="application/vnd.openxmlformats-officedocument.drawingml.diagramColors+xml"/>
  <Override PartName="/ppt/slides/slide5.xml" ContentType="application/vnd.openxmlformats-officedocument.presentationml.slide+xml"/>
  <Override PartName="/ppt/graphics/data2.xml" ContentType="application/vnd.openxmlformats-officedocument.drawingml.diagramData+xml"/>
  <Override PartName="/ppt/graphics/layout2.xml" ContentType="application/vnd.openxmlformats-officedocument.drawingml.diagramLayout+xml"/>
  <Override PartName="/ppt/graphics/quickStyle2.xml" ContentType="application/vnd.openxmlformats-officedocument.drawingml.diagramStyle+xml"/>
  <Override PartName="/ppt/graphics/colors2.xml" ContentType="application/vnd.openxmlformats-officedocument.drawingml.diagramColors+xml"/>
  <Override PartName="/ppt/slides/slide6.xml" ContentType="application/vnd.openxmlformats-officedocument.presentationml.slide+xml"/>
  <Override PartName="/ppt/graphics/data3.xml" ContentType="application/vnd.openxmlformats-officedocument.drawingml.diagramData+xml"/>
  <Override PartName="/ppt/graphics/layout3.xml" ContentType="application/vnd.openxmlformats-officedocument.drawingml.diagramLayout+xml"/>
  <Override PartName="/ppt/graphics/quickStyle3.xml" ContentType="application/vnd.openxmlformats-officedocument.drawingml.diagramStyle+xml"/>
  <Override PartName="/ppt/graphics/colors3.xml" ContentType="application/vnd.openxmlformats-officedocument.drawingml.diagramColors+xml"/>
  <Override PartName="/ppt/graphics/data4.xml" ContentType="application/vnd.openxmlformats-officedocument.drawingml.diagramData+xml"/>
  <Override PartName="/ppt/graphics/layout4.xml" ContentType="application/vnd.openxmlformats-officedocument.drawingml.diagramLayout+xml"/>
  <Override PartName="/ppt/graphics/quickStyle4.xml" ContentType="application/vnd.openxmlformats-officedocument.drawingml.diagramStyle+xml"/>
  <Override PartName="/ppt/graphics/colors4.xml" ContentType="application/vnd.openxmlformats-officedocument.drawingml.diagramColors+xml"/>
  <Override PartName="/ppt/slides/slide7.xml" ContentType="application/vnd.openxmlformats-officedocument.presentationml.slide+xml"/>
  <Override PartName="/ppt/graphics/data5.xml" ContentType="application/vnd.openxmlformats-officedocument.drawingml.diagramData+xml"/>
  <Override PartName="/ppt/graphics/layout5.xml" ContentType="application/vnd.openxmlformats-officedocument.drawingml.diagramLayout+xml"/>
  <Override PartName="/ppt/graphics/quickStyle5.xml" ContentType="application/vnd.openxmlformats-officedocument.drawingml.diagramStyle+xml"/>
  <Override PartName="/ppt/graphics/colors5.xml" ContentType="application/vnd.openxmlformats-officedocument.drawingml.diagramColors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graphics/data6.xml" ContentType="application/vnd.openxmlformats-officedocument.drawingml.diagramData+xml"/>
  <Override PartName="/ppt/graphics/layout6.xml" ContentType="application/vnd.openxmlformats-officedocument.drawingml.diagramLayout+xml"/>
  <Override PartName="/ppt/graphics/quickStyle6.xml" ContentType="application/vnd.openxmlformats-officedocument.drawingml.diagramStyle+xml"/>
  <Override PartName="/ppt/graphics/colors6.xml" ContentType="application/vnd.openxmlformats-officedocument.drawingml.diagramColors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graphics/data7.xml" ContentType="application/vnd.openxmlformats-officedocument.drawingml.diagramData+xml"/>
  <Override PartName="/ppt/graphics/layout7.xml" ContentType="application/vnd.openxmlformats-officedocument.drawingml.diagramLayout+xml"/>
  <Override PartName="/ppt/graphics/quickStyle7.xml" ContentType="application/vnd.openxmlformats-officedocument.drawingml.diagramStyle+xml"/>
  <Override PartName="/ppt/graphics/colors7.xml" ContentType="application/vnd.openxmlformats-officedocument.drawingml.diagramColors+xml"/>
  <Override PartName="/ppt/slides/slide18.xml" ContentType="application/vnd.openxmlformats-officedocument.presentationml.slide+xml"/>
  <Override PartName="/ppt/graphics/data8.xml" ContentType="application/vnd.openxmlformats-officedocument.drawingml.diagramData+xml"/>
  <Override PartName="/ppt/graphics/layout8.xml" ContentType="application/vnd.openxmlformats-officedocument.drawingml.diagramLayout+xml"/>
  <Override PartName="/ppt/graphics/quickStyle8.xml" ContentType="application/vnd.openxmlformats-officedocument.drawingml.diagramStyle+xml"/>
  <Override PartName="/ppt/graphics/colors8.xml" ContentType="application/vnd.openxmlformats-officedocument.drawingml.diagramColors+xml"/>
  <Override PartName="/ppt/slides/slide19.xml" ContentType="application/vnd.openxmlformats-officedocument.presentationml.slide+xml"/>
  <Override PartName="/ppt/graphics/data9.xml" ContentType="application/vnd.openxmlformats-officedocument.drawingml.diagramData+xml"/>
  <Override PartName="/ppt/graphics/layout9.xml" ContentType="application/vnd.openxmlformats-officedocument.drawingml.diagramLayout+xml"/>
  <Override PartName="/ppt/graphics/quickStyle9.xml" ContentType="application/vnd.openxmlformats-officedocument.drawingml.diagramStyle+xml"/>
  <Override PartName="/ppt/graphics/colors9.xml" ContentType="application/vnd.openxmlformats-officedocument.drawingml.diagramColors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3010dd2f10ea4090" /><Relationship Type="http://schemas.openxmlformats.org/package/2006/relationships/metadata/core-properties" Target="/docProps/core.xml" Id="R1f422715167e4770" /><Relationship Type="http://schemas.openxmlformats.org/officeDocument/2006/relationships/extended-properties" Target="/docProps/app.xml" Id="Rc03d8616018a496b" /><Relationship Type="http://schemas.openxmlformats.org/officeDocument/2006/relationships/custom-properties" Target="/docProps/custom.xml" Id="R30c4467132b24127" 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da699afdb10945b4"/>
  </p:sldMasterIdLst>
  <p:sldIdLst>
    <p:sldId id="256" r:id="Rc84a98a86b684255"/>
    <p:sldId id="257" r:id="R2f98c10418764b27"/>
    <p:sldId id="258" r:id="R95127a43d5844f75"/>
    <p:sldId id="259" r:id="R36d8d9dadaf1440c"/>
    <p:sldId id="260" r:id="Re6b11da71bec4208"/>
    <p:sldId id="261" r:id="R4526da20428c4d8e"/>
    <p:sldId id="262" r:id="R085f02a03dec4be4"/>
    <p:sldId id="263" r:id="R7f56ee2af57a4f05"/>
    <p:sldId id="264" r:id="R34baad44fc764db4"/>
    <p:sldId id="265" r:id="R56e1ce9fc8eb453b"/>
    <p:sldId id="266" r:id="R3736688e5bf942c0"/>
    <p:sldId id="267" r:id="Raab3ffb8094345c8"/>
    <p:sldId id="268" r:id="R77bf13f8f6f3471a"/>
    <p:sldId id="269" r:id="R944c12a39d044cf6"/>
    <p:sldId id="270" r:id="Rebe8578315a64281"/>
    <p:sldId id="271" r:id="R7c53c712e10a49ea"/>
    <p:sldId id="272" r:id="R6d27a0192c6e4e0e"/>
    <p:sldId id="273" r:id="R83bbc179eb374ca9"/>
    <p:sldId id="274" r:id="R4f2aa42001e542ca"/>
    <p:sldId id="275" r:id="Re454f352fe004272"/>
    <p:sldId id="276" r:id="R3f2e0890236443f8"/>
    <p:sldId id="277" r:id="Rba0be1735ae34f69"/>
    <p:sldId id="278" r:id="Rfdf283f8d8ba441d"/>
    <p:sldId id="279" r:id="R5dbaa5d583c6416e"/>
    <p:sldId id="280" r:id="R8c33e9234c204098"/>
    <p:sldId id="281" r:id="Rca116fe8bc004c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D5ABB26-0587-4C30-8999-92F81FD0307C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/ppt/presProps.xml" Id="Rdad521713b5f4476" /><Relationship Type="http://schemas.openxmlformats.org/officeDocument/2006/relationships/viewProps" Target="/ppt/viewProps.xml" Id="R1689041b171c4daa" /><Relationship Type="http://schemas.openxmlformats.org/officeDocument/2006/relationships/slideMaster" Target="/ppt/slideMasters/slideMaster1.xml" Id="Rda699afdb10945b4" /><Relationship Type="http://schemas.openxmlformats.org/officeDocument/2006/relationships/theme" Target="/ppt/slideMasters/theme/theme1.xml" Id="R079ca027fc6944ee" /><Relationship Type="http://schemas.openxmlformats.org/officeDocument/2006/relationships/slide" Target="/ppt/slides/slide1.xml" Id="Rc84a98a86b684255" /><Relationship Type="http://schemas.openxmlformats.org/officeDocument/2006/relationships/slide" Target="/ppt/slides/slide2.xml" Id="R2f98c10418764b27" /><Relationship Type="http://schemas.openxmlformats.org/officeDocument/2006/relationships/slide" Target="/ppt/slides/slide3.xml" Id="R95127a43d5844f75" /><Relationship Type="http://schemas.openxmlformats.org/officeDocument/2006/relationships/tableStyles" Target="/ppt/tableStyles.xml" Id="R5290579c59564306" /><Relationship Type="http://schemas.openxmlformats.org/officeDocument/2006/relationships/slide" Target="/ppt/slides/slide4.xml" Id="R36d8d9dadaf1440c" /><Relationship Type="http://schemas.openxmlformats.org/officeDocument/2006/relationships/slide" Target="/ppt/slides/slide5.xml" Id="Re6b11da71bec4208" /><Relationship Type="http://schemas.openxmlformats.org/officeDocument/2006/relationships/slide" Target="/ppt/slides/slide6.xml" Id="R4526da20428c4d8e" /><Relationship Type="http://schemas.openxmlformats.org/officeDocument/2006/relationships/slide" Target="/ppt/slides/slide7.xml" Id="R085f02a03dec4be4" /><Relationship Type="http://schemas.openxmlformats.org/officeDocument/2006/relationships/slide" Target="/ppt/slides/slide8.xml" Id="R7f56ee2af57a4f05" /><Relationship Type="http://schemas.openxmlformats.org/officeDocument/2006/relationships/slide" Target="/ppt/slides/slide9.xml" Id="R34baad44fc764db4" /><Relationship Type="http://schemas.openxmlformats.org/officeDocument/2006/relationships/slide" Target="/ppt/slides/slide10.xml" Id="R56e1ce9fc8eb453b" /><Relationship Type="http://schemas.openxmlformats.org/officeDocument/2006/relationships/slide" Target="/ppt/slides/slide11.xml" Id="R3736688e5bf942c0" /><Relationship Type="http://schemas.openxmlformats.org/officeDocument/2006/relationships/slide" Target="/ppt/slides/slide12.xml" Id="Raab3ffb8094345c8" /><Relationship Type="http://schemas.openxmlformats.org/officeDocument/2006/relationships/slide" Target="/ppt/slides/slide13.xml" Id="R77bf13f8f6f3471a" /><Relationship Type="http://schemas.openxmlformats.org/officeDocument/2006/relationships/slide" Target="/ppt/slides/slide14.xml" Id="R944c12a39d044cf6" /><Relationship Type="http://schemas.openxmlformats.org/officeDocument/2006/relationships/slide" Target="/ppt/slides/slide15.xml" Id="Rebe8578315a64281" /><Relationship Type="http://schemas.openxmlformats.org/officeDocument/2006/relationships/slide" Target="/ppt/slides/slide16.xml" Id="R7c53c712e10a49ea" /><Relationship Type="http://schemas.openxmlformats.org/officeDocument/2006/relationships/slide" Target="/ppt/slides/slide17.xml" Id="R6d27a0192c6e4e0e" /><Relationship Type="http://schemas.openxmlformats.org/officeDocument/2006/relationships/slide" Target="/ppt/slides/slide18.xml" Id="R83bbc179eb374ca9" /><Relationship Type="http://schemas.openxmlformats.org/officeDocument/2006/relationships/slide" Target="/ppt/slides/slide19.xml" Id="R4f2aa42001e542ca" /><Relationship Type="http://schemas.openxmlformats.org/officeDocument/2006/relationships/slide" Target="/ppt/slides/slide20.xml" Id="Re454f352fe004272" /><Relationship Type="http://schemas.openxmlformats.org/officeDocument/2006/relationships/slide" Target="/ppt/slides/slide21.xml" Id="R3f2e0890236443f8" /><Relationship Type="http://schemas.openxmlformats.org/officeDocument/2006/relationships/slide" Target="/ppt/slides/slide22.xml" Id="Rba0be1735ae34f69" /><Relationship Type="http://schemas.openxmlformats.org/officeDocument/2006/relationships/slide" Target="/ppt/slides/slide23.xml" Id="Rfdf283f8d8ba441d" /><Relationship Type="http://schemas.openxmlformats.org/officeDocument/2006/relationships/slide" Target="/ppt/slides/slide24.xml" Id="R5dbaa5d583c6416e" /><Relationship Type="http://schemas.openxmlformats.org/officeDocument/2006/relationships/slide" Target="/ppt/slides/slide25.xml" Id="R8c33e9234c204098" /><Relationship Type="http://schemas.openxmlformats.org/officeDocument/2006/relationships/slide" Target="/ppt/slides/slide26.xml" Id="Rca116fe8bc004c41" /></Relationships>
</file>

<file path=ppt/graphics/colors1.xml><?xml version="1.0" encoding="utf-8"?>
<dgm:colorsDef xmlns:dgm="http://schemas.openxmlformats.org/drawingml/2006/diagram" xmlns:a="http://schemas.openxmlformats.org/drawingml/2006/main" uniqueId="urn:microsoft.com/office/officeart/2005/8/colors/accent1_1#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NoLn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NoLn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tNode1NoLn">
    <dgm:fillClrLst meth="repeat">
      <a:schemeClr val="lt1">
        <a:tint val="75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NoLn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NoLn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NoLn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dk1"/>
    </dgm:txFillClrLst>
    <dgm:txEffectClrLst/>
  </dgm:styleLbl>
</dgm:colorsDef>
</file>

<file path=ppt/graphics/colors2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graphics/colors3.xml><?xml version="1.0" encoding="utf-8"?>
<dgm:colorsDef xmlns:dgm="http://schemas.openxmlformats.org/drawingml/2006/diagram" xmlns:a="http://schemas.openxmlformats.org/drawingml/2006/main" uniqueId="urn:microsoft.com/office/officeart/2005/8/colors/accent1_2#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graphics/colors4.xml><?xml version="1.0" encoding="utf-8"?>
<dgm:colorsDef xmlns:dgm="http://schemas.openxmlformats.org/drawingml/2006/diagram" xmlns:a="http://schemas.openxmlformats.org/drawingml/2006/main" uniqueId="urn:microsoft.com/office/officeart/2005/8/colors/accent1_2#3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graphics/colors5.xml><?xml version="1.0" encoding="utf-8"?>
<dgm:colorsDef xmlns:dgm="http://schemas.openxmlformats.org/drawingml/2006/diagram" xmlns:a="http://schemas.openxmlformats.org/drawingml/2006/main" uniqueId="urn:microsoft.com/office/officeart/2005/8/colors/accent1_2#4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graphic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graphics/colors7.xml><?xml version="1.0" encoding="utf-8"?>
<dgm:colorsDef xmlns:dgm="http://schemas.openxmlformats.org/drawingml/2006/diagram" xmlns:a="http://schemas.openxmlformats.org/drawingml/2006/main" uniqueId="urn:microsoft.com/office/officeart/2005/8/colors/accent1_1#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NoLn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NoLn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tNode1NoLn">
    <dgm:fillClrLst meth="repeat">
      <a:schemeClr val="lt1">
        <a:tint val="75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NoLn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NoLn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NoLn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dk1"/>
    </dgm:txFillClrLst>
    <dgm:txEffectClrLst/>
  </dgm:styleLbl>
</dgm:colorsDef>
</file>

<file path=ppt/graphic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graphics/colors9.xml><?xml version="1.0" encoding="utf-8"?>
<dgm:colorsDef xmlns:dgm="http://schemas.openxmlformats.org/drawingml/2006/diagram" xmlns:a="http://schemas.openxmlformats.org/drawingml/2006/main" uniqueId="urn:microsoft.com/office/officeart/2005/8/colors/accent1_2#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graphics/data1.xml><?xml version="1.0" encoding="utf-8"?>
<dgm:dataModel xmlns:dgm="http://schemas.openxmlformats.org/drawingml/2006/diagram" xmlns:a="http://schemas.openxmlformats.org/drawingml/2006/main">
  <dgm:ptLst>
    <dgm:pt modelId="{A3CE949F-B620-4412-A4FA-DC77BE3665C6}" type="doc">
      <dgm:prSet loTypeId="urn:microsoft.com/office/officeart/2005/8/layout/process1" loCatId="process" qsTypeId="urn:microsoft.com/office/officeart/2005/8/quickstyle/simple1#1" qsCatId="simple" csTypeId="urn:microsoft.com/office/officeart/2005/8/colors/accent1_1#1" csCatId="accent1" phldr="1"/>
      <dgm:spPr/>
    </dgm:pt>
    <dgm:pt modelId="{D53B00E8-9102-4FE4-ABC2-B059F1E04566}">
      <dgm:prSet phldrT="[Text]"/>
      <dgm:spPr>
        <a:ln w="3810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>
            <a:buNone/>
          </a:pPr>
          <a:r>
            <a:rPr lang="en-IN" b="1" dirty="0">
              <a:solidFill>
                <a:schemeClr val="accent5">
                  <a:lumMod val="75000"/>
                </a:schemeClr>
              </a:solidFill>
            </a:rPr>
            <a:t>Capture</a:t>
          </a:r>
        </a:p>
      </dgm:t>
    </dgm:pt>
    <dgm:pt modelId="{D1D9AB06-5D11-4A07-92BC-D97385C746F9}" type="parTrans" cxnId="{272163D0-41D2-4E20-AD09-DB674EABBD34}">
      <dgm:prSet/>
      <dgm:spPr/>
      <dgm:t>
        <a:bodyPr/>
        <a:lstStyle/>
        <a:p>
          <a:endParaRPr lang="en-IN"/>
        </a:p>
      </dgm:t>
    </dgm:pt>
    <dgm:pt modelId="{F9B29A95-0423-4F69-96FD-98367546A92C}" type="sibTrans" cxnId="{272163D0-41D2-4E20-AD09-DB674EABBD34}">
      <dgm:prSet/>
      <dgm:spPr>
        <a:ln w="3810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endParaRPr lang="en-IN" b="1">
            <a:solidFill>
              <a:schemeClr val="accent5">
                <a:lumMod val="75000"/>
              </a:schemeClr>
            </a:solidFill>
          </a:endParaRPr>
        </a:p>
      </dgm:t>
    </dgm:pt>
    <dgm:pt modelId="{F523A1BA-2796-42C5-BB6B-6C315825B132}">
      <dgm:prSet phldrT="[Text]"/>
      <dgm:spPr>
        <a:ln w="3810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>
            <a:buNone/>
          </a:pPr>
          <a:r>
            <a:rPr lang="en-IN" b="1" dirty="0">
              <a:solidFill>
                <a:schemeClr val="accent5">
                  <a:lumMod val="75000"/>
                </a:schemeClr>
              </a:solidFill>
            </a:rPr>
            <a:t>Match</a:t>
          </a:r>
        </a:p>
      </dgm:t>
    </dgm:pt>
    <dgm:pt modelId="{FF5D01A0-FE75-4954-9639-DE747CB94030}" type="parTrans" cxnId="{FC598C6B-F23B-4A3A-91F7-7C0FCF158AAD}">
      <dgm:prSet/>
      <dgm:spPr/>
      <dgm:t>
        <a:bodyPr/>
        <a:lstStyle/>
        <a:p>
          <a:endParaRPr lang="en-IN"/>
        </a:p>
      </dgm:t>
    </dgm:pt>
    <dgm:pt modelId="{96AD02EF-0DC1-442F-94B6-2489EC420AF9}" type="sibTrans" cxnId="{FC598C6B-F23B-4A3A-91F7-7C0FCF158AAD}">
      <dgm:prSet/>
      <dgm:spPr>
        <a:ln w="3810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endParaRPr lang="en-IN" b="1">
            <a:solidFill>
              <a:schemeClr val="accent5">
                <a:lumMod val="75000"/>
              </a:schemeClr>
            </a:solidFill>
          </a:endParaRPr>
        </a:p>
      </dgm:t>
    </dgm:pt>
    <dgm:pt modelId="{04E491B7-4FF1-44BA-9E25-F879FD98B2F0}">
      <dgm:prSet phldrT="[Text]"/>
      <dgm:spPr>
        <a:ln w="3810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>
            <a:buNone/>
          </a:pPr>
          <a:r>
            <a:rPr lang="en-IN" b="1" dirty="0">
              <a:solidFill>
                <a:schemeClr val="accent5">
                  <a:lumMod val="75000"/>
                </a:schemeClr>
              </a:solidFill>
            </a:rPr>
            <a:t>Check</a:t>
          </a:r>
        </a:p>
      </dgm:t>
    </dgm:pt>
    <dgm:pt modelId="{079DF316-7343-4343-9943-E3512E50867E}" type="parTrans" cxnId="{640E6833-748D-4330-B7AD-85E6DC0E084A}">
      <dgm:prSet/>
      <dgm:spPr/>
      <dgm:t>
        <a:bodyPr/>
        <a:lstStyle/>
        <a:p>
          <a:endParaRPr lang="en-IN"/>
        </a:p>
      </dgm:t>
    </dgm:pt>
    <dgm:pt modelId="{0127695B-B6FB-46FE-AF33-4648CA218DC3}" type="sibTrans" cxnId="{640E6833-748D-4330-B7AD-85E6DC0E084A}">
      <dgm:prSet/>
      <dgm:spPr>
        <a:ln w="3810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endParaRPr lang="en-IN" b="1">
            <a:solidFill>
              <a:schemeClr val="accent5">
                <a:lumMod val="75000"/>
              </a:schemeClr>
            </a:solidFill>
          </a:endParaRPr>
        </a:p>
      </dgm:t>
    </dgm:pt>
    <dgm:pt modelId="{4955BF7D-C5C5-405F-A9CF-DE580E5CE7C5}">
      <dgm:prSet phldrT="[Text]"/>
      <dgm:spPr>
        <a:ln w="3810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>
            <a:buNone/>
          </a:pPr>
          <a:r>
            <a:rPr lang="en-IN" b="1" dirty="0">
              <a:solidFill>
                <a:schemeClr val="accent5">
                  <a:lumMod val="75000"/>
                </a:schemeClr>
              </a:solidFill>
            </a:rPr>
            <a:t>Score</a:t>
          </a:r>
        </a:p>
      </dgm:t>
    </dgm:pt>
    <dgm:pt modelId="{6C503DE5-5C40-4459-A6F5-717FB0B4BD91}" type="parTrans" cxnId="{F0FEF448-FB8A-4B0F-B148-D824909FECF5}">
      <dgm:prSet/>
      <dgm:spPr/>
      <dgm:t>
        <a:bodyPr/>
        <a:lstStyle/>
        <a:p>
          <a:endParaRPr lang="en-IN"/>
        </a:p>
      </dgm:t>
    </dgm:pt>
    <dgm:pt modelId="{3009E545-4E39-427E-B015-43215FAF750A}" type="sibTrans" cxnId="{F0FEF448-FB8A-4B0F-B148-D824909FECF5}">
      <dgm:prSet/>
      <dgm:spPr>
        <a:ln w="3810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endParaRPr lang="en-IN" b="1">
            <a:solidFill>
              <a:schemeClr val="accent5">
                <a:lumMod val="75000"/>
              </a:schemeClr>
            </a:solidFill>
          </a:endParaRPr>
        </a:p>
      </dgm:t>
    </dgm:pt>
    <dgm:pt modelId="{C0D67607-C916-4F4A-B54F-06A251804C08}">
      <dgm:prSet phldrT="[Text]"/>
      <dgm:spPr>
        <a:ln w="3810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>
            <a:buNone/>
          </a:pPr>
          <a:r>
            <a:rPr lang="en-IN" b="1" dirty="0">
              <a:solidFill>
                <a:schemeClr val="accent5">
                  <a:lumMod val="75000"/>
                </a:schemeClr>
              </a:solidFill>
            </a:rPr>
            <a:t>Explain</a:t>
          </a:r>
        </a:p>
      </dgm:t>
    </dgm:pt>
    <dgm:pt modelId="{EEAC8F88-AC56-407D-A754-5371B578EBEA}" type="parTrans" cxnId="{18FBB2D0-2C5D-4F0B-BD64-389B1E9A3045}">
      <dgm:prSet/>
      <dgm:spPr/>
      <dgm:t>
        <a:bodyPr/>
        <a:lstStyle/>
        <a:p>
          <a:endParaRPr lang="en-IN"/>
        </a:p>
      </dgm:t>
    </dgm:pt>
    <dgm:pt modelId="{597307D9-91F9-47CC-A2C0-9A82EEC7CA17}" type="sibTrans" cxnId="{18FBB2D0-2C5D-4F0B-BD64-389B1E9A3045}">
      <dgm:prSet/>
      <dgm:spPr>
        <a:ln w="3810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endParaRPr lang="en-IN" b="1">
            <a:solidFill>
              <a:schemeClr val="accent5">
                <a:lumMod val="75000"/>
              </a:schemeClr>
            </a:solidFill>
          </a:endParaRPr>
        </a:p>
      </dgm:t>
    </dgm:pt>
    <dgm:pt modelId="{1C76438F-DD9F-4E4B-9B87-A8C601E86401}">
      <dgm:prSet phldrT="[Text]"/>
      <dgm:spPr>
        <a:ln w="3810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>
            <a:buNone/>
          </a:pPr>
          <a:r>
            <a:rPr lang="en-IN" b="1" dirty="0">
              <a:solidFill>
                <a:schemeClr val="accent5">
                  <a:lumMod val="75000"/>
                </a:schemeClr>
              </a:solidFill>
            </a:rPr>
            <a:t>Review</a:t>
          </a:r>
        </a:p>
      </dgm:t>
    </dgm:pt>
    <dgm:pt modelId="{CF8567FB-5FFE-4473-91C3-F9E770421157}" type="parTrans" cxnId="{E6991278-AB36-4580-838A-2C96D3C523AC}">
      <dgm:prSet/>
      <dgm:spPr/>
      <dgm:t>
        <a:bodyPr/>
        <a:lstStyle/>
        <a:p>
          <a:endParaRPr lang="en-IN"/>
        </a:p>
      </dgm:t>
    </dgm:pt>
    <dgm:pt modelId="{24B3B03B-5142-46AF-B4BD-4898AD6AEF08}" type="sibTrans" cxnId="{E6991278-AB36-4580-838A-2C96D3C523AC}">
      <dgm:prSet/>
      <dgm:spPr/>
      <dgm:t>
        <a:bodyPr/>
        <a:lstStyle/>
        <a:p>
          <a:endParaRPr lang="en-IN"/>
        </a:p>
      </dgm:t>
    </dgm:pt>
    <dgm:pt modelId="{80CDF002-BBE4-4704-88F9-707D3A483326}" type="pres">
      <dgm:prSet presAssocID="{A3CE949F-B620-4412-A4FA-DC77BE3665C6}" presName="Name0" presStyleCnt="0">
        <dgm:presLayoutVars>
          <dgm:dir/>
          <dgm:resizeHandles val="exact"/>
        </dgm:presLayoutVars>
      </dgm:prSet>
      <dgm:spPr/>
    </dgm:pt>
    <dgm:pt modelId="{CD26C582-0362-43E7-B30F-B27EA509B002}" type="pres">
      <dgm:prSet presAssocID="{D53B00E8-9102-4FE4-ABC2-B059F1E04566}" presName="node" presStyleLbl="node1" presStyleIdx="0" presStyleCnt="6">
        <dgm:presLayoutVars>
          <dgm:bulletEnabled val="1"/>
        </dgm:presLayoutVars>
      </dgm:prSet>
      <dgm:spPr/>
    </dgm:pt>
    <dgm:pt modelId="{30C73709-52B4-416D-BE86-18E5C450DDC8}" type="pres">
      <dgm:prSet presAssocID="{F9B29A95-0423-4F69-96FD-98367546A92C}" presName="sibTrans" presStyleLbl="sibTrans2D1" presStyleIdx="0" presStyleCnt="5"/>
      <dgm:spPr/>
    </dgm:pt>
    <dgm:pt modelId="{1392045D-E6C0-495E-9255-B05AC7303CB9}" type="pres">
      <dgm:prSet presAssocID="{F9B29A95-0423-4F69-96FD-98367546A92C}" presName="connectorText" presStyleLbl="sibTrans2D1" presStyleIdx="0" presStyleCnt="5"/>
      <dgm:spPr/>
    </dgm:pt>
    <dgm:pt modelId="{B525C074-D843-486C-98DF-0D6919525974}" type="pres">
      <dgm:prSet presAssocID="{F523A1BA-2796-42C5-BB6B-6C315825B132}" presName="node" presStyleLbl="node1" presStyleIdx="1" presStyleCnt="6">
        <dgm:presLayoutVars>
          <dgm:bulletEnabled val="1"/>
        </dgm:presLayoutVars>
      </dgm:prSet>
      <dgm:spPr/>
    </dgm:pt>
    <dgm:pt modelId="{7D31CBF8-1D2D-4D17-B60B-DEF3135E3095}" type="pres">
      <dgm:prSet presAssocID="{96AD02EF-0DC1-442F-94B6-2489EC420AF9}" presName="sibTrans" presStyleLbl="sibTrans2D1" presStyleIdx="1" presStyleCnt="5"/>
      <dgm:spPr/>
    </dgm:pt>
    <dgm:pt modelId="{EDDC1FCF-5308-4197-87FC-8F761D78E197}" type="pres">
      <dgm:prSet presAssocID="{96AD02EF-0DC1-442F-94B6-2489EC420AF9}" presName="connectorText" presStyleLbl="sibTrans2D1" presStyleIdx="1" presStyleCnt="5"/>
      <dgm:spPr/>
    </dgm:pt>
    <dgm:pt modelId="{0105C7C6-4EEB-46C8-B985-D7876CE41B62}" type="pres">
      <dgm:prSet presAssocID="{04E491B7-4FF1-44BA-9E25-F879FD98B2F0}" presName="node" presStyleLbl="node1" presStyleIdx="2" presStyleCnt="6">
        <dgm:presLayoutVars>
          <dgm:bulletEnabled val="1"/>
        </dgm:presLayoutVars>
      </dgm:prSet>
      <dgm:spPr/>
    </dgm:pt>
    <dgm:pt modelId="{571061D9-AF08-4776-82DE-DA65EA1808DB}" type="pres">
      <dgm:prSet presAssocID="{0127695B-B6FB-46FE-AF33-4648CA218DC3}" presName="sibTrans" presStyleLbl="sibTrans2D1" presStyleIdx="2" presStyleCnt="5"/>
      <dgm:spPr/>
    </dgm:pt>
    <dgm:pt modelId="{EAFEC638-C751-48CA-A56B-FA8E55B10BD2}" type="pres">
      <dgm:prSet presAssocID="{0127695B-B6FB-46FE-AF33-4648CA218DC3}" presName="connectorText" presStyleLbl="sibTrans2D1" presStyleIdx="2" presStyleCnt="5"/>
      <dgm:spPr/>
    </dgm:pt>
    <dgm:pt modelId="{BC015356-BAB0-4875-BA4D-B92FCF541112}" type="pres">
      <dgm:prSet presAssocID="{4955BF7D-C5C5-405F-A9CF-DE580E5CE7C5}" presName="node" presStyleLbl="node1" presStyleIdx="3" presStyleCnt="6">
        <dgm:presLayoutVars>
          <dgm:bulletEnabled val="1"/>
        </dgm:presLayoutVars>
      </dgm:prSet>
      <dgm:spPr/>
    </dgm:pt>
    <dgm:pt modelId="{D3D91972-E20F-4FD1-9951-66504E187BA1}" type="pres">
      <dgm:prSet presAssocID="{3009E545-4E39-427E-B015-43215FAF750A}" presName="sibTrans" presStyleLbl="sibTrans2D1" presStyleIdx="3" presStyleCnt="5"/>
      <dgm:spPr/>
    </dgm:pt>
    <dgm:pt modelId="{FDEA5AFD-7C22-413F-AB42-081EC1A7ABE3}" type="pres">
      <dgm:prSet presAssocID="{3009E545-4E39-427E-B015-43215FAF750A}" presName="connectorText" presStyleLbl="sibTrans2D1" presStyleIdx="3" presStyleCnt="5"/>
      <dgm:spPr/>
    </dgm:pt>
    <dgm:pt modelId="{47076E99-36A0-4534-9101-CBDE6129ED5E}" type="pres">
      <dgm:prSet presAssocID="{C0D67607-C916-4F4A-B54F-06A251804C08}" presName="node" presStyleLbl="node1" presStyleIdx="4" presStyleCnt="6">
        <dgm:presLayoutVars>
          <dgm:bulletEnabled val="1"/>
        </dgm:presLayoutVars>
      </dgm:prSet>
      <dgm:spPr/>
    </dgm:pt>
    <dgm:pt modelId="{96FF835D-0285-4B6E-B0E1-E1FBE12417AF}" type="pres">
      <dgm:prSet presAssocID="{597307D9-91F9-47CC-A2C0-9A82EEC7CA17}" presName="sibTrans" presStyleLbl="sibTrans2D1" presStyleIdx="4" presStyleCnt="5"/>
      <dgm:spPr/>
    </dgm:pt>
    <dgm:pt modelId="{2804C76F-63B2-479B-A76E-2BA99540DD87}" type="pres">
      <dgm:prSet presAssocID="{597307D9-91F9-47CC-A2C0-9A82EEC7CA17}" presName="connectorText" presStyleLbl="sibTrans2D1" presStyleIdx="4" presStyleCnt="5"/>
      <dgm:spPr/>
    </dgm:pt>
    <dgm:pt modelId="{7A7519D6-1E45-455A-8E0A-5098FB71A6FE}" type="pres">
      <dgm:prSet presAssocID="{1C76438F-DD9F-4E4B-9B87-A8C601E86401}" presName="node" presStyleLbl="node1" presStyleIdx="5" presStyleCnt="6">
        <dgm:presLayoutVars>
          <dgm:bulletEnabled val="1"/>
        </dgm:presLayoutVars>
      </dgm:prSet>
      <dgm:spPr/>
    </dgm:pt>
  </dgm:ptLst>
  <dgm:cxnLst>
    <dgm:cxn modelId="{DB2D671B-A964-4F67-8EB5-4B877F3CAD8F}" type="presOf" srcId="{0127695B-B6FB-46FE-AF33-4648CA218DC3}" destId="{EAFEC638-C751-48CA-A56B-FA8E55B10BD2}" srcOrd="1" destOrd="0" presId="urn:microsoft.com/office/officeart/2005/8/layout/process1"/>
    <dgm:cxn modelId="{640E6833-748D-4330-B7AD-85E6DC0E084A}" srcId="{A3CE949F-B620-4412-A4FA-DC77BE3665C6}" destId="{04E491B7-4FF1-44BA-9E25-F879FD98B2F0}" srcOrd="2" destOrd="0" parTransId="{079DF316-7343-4343-9943-E3512E50867E}" sibTransId="{0127695B-B6FB-46FE-AF33-4648CA218DC3}"/>
    <dgm:cxn modelId="{F0FEF448-FB8A-4B0F-B148-D824909FECF5}" srcId="{A3CE949F-B620-4412-A4FA-DC77BE3665C6}" destId="{4955BF7D-C5C5-405F-A9CF-DE580E5CE7C5}" srcOrd="3" destOrd="0" parTransId="{6C503DE5-5C40-4459-A6F5-717FB0B4BD91}" sibTransId="{3009E545-4E39-427E-B015-43215FAF750A}"/>
    <dgm:cxn modelId="{FC598C6B-F23B-4A3A-91F7-7C0FCF158AAD}" srcId="{A3CE949F-B620-4412-A4FA-DC77BE3665C6}" destId="{F523A1BA-2796-42C5-BB6B-6C315825B132}" srcOrd="1" destOrd="0" parTransId="{FF5D01A0-FE75-4954-9639-DE747CB94030}" sibTransId="{96AD02EF-0DC1-442F-94B6-2489EC420AF9}"/>
    <dgm:cxn modelId="{835B5556-601D-454C-A717-07C108807AB4}" type="presOf" srcId="{4955BF7D-C5C5-405F-A9CF-DE580E5CE7C5}" destId="{BC015356-BAB0-4875-BA4D-B92FCF541112}" srcOrd="0" destOrd="0" presId="urn:microsoft.com/office/officeart/2005/8/layout/process1"/>
    <dgm:cxn modelId="{E6991278-AB36-4580-838A-2C96D3C523AC}" srcId="{A3CE949F-B620-4412-A4FA-DC77BE3665C6}" destId="{1C76438F-DD9F-4E4B-9B87-A8C601E86401}" srcOrd="5" destOrd="0" parTransId="{CF8567FB-5FFE-4473-91C3-F9E770421157}" sibTransId="{24B3B03B-5142-46AF-B4BD-4898AD6AEF08}"/>
    <dgm:cxn modelId="{9A8E2280-6F95-4D1B-8A37-94C601647F27}" type="presOf" srcId="{1C76438F-DD9F-4E4B-9B87-A8C601E86401}" destId="{7A7519D6-1E45-455A-8E0A-5098FB71A6FE}" srcOrd="0" destOrd="0" presId="urn:microsoft.com/office/officeart/2005/8/layout/process1"/>
    <dgm:cxn modelId="{5ACDA18B-F62B-4708-BFB4-26F2A6849A3D}" type="presOf" srcId="{F523A1BA-2796-42C5-BB6B-6C315825B132}" destId="{B525C074-D843-486C-98DF-0D6919525974}" srcOrd="0" destOrd="0" presId="urn:microsoft.com/office/officeart/2005/8/layout/process1"/>
    <dgm:cxn modelId="{930BD392-00F6-4569-8014-4978475E1EB7}" type="presOf" srcId="{3009E545-4E39-427E-B015-43215FAF750A}" destId="{D3D91972-E20F-4FD1-9951-66504E187BA1}" srcOrd="0" destOrd="0" presId="urn:microsoft.com/office/officeart/2005/8/layout/process1"/>
    <dgm:cxn modelId="{96466F9F-6F42-4BAF-81FC-2146C7951BC9}" type="presOf" srcId="{F9B29A95-0423-4F69-96FD-98367546A92C}" destId="{30C73709-52B4-416D-BE86-18E5C450DDC8}" srcOrd="0" destOrd="0" presId="urn:microsoft.com/office/officeart/2005/8/layout/process1"/>
    <dgm:cxn modelId="{7FB6C1A1-2A87-44E0-9204-F46930E64C0B}" type="presOf" srcId="{D53B00E8-9102-4FE4-ABC2-B059F1E04566}" destId="{CD26C582-0362-43E7-B30F-B27EA509B002}" srcOrd="0" destOrd="0" presId="urn:microsoft.com/office/officeart/2005/8/layout/process1"/>
    <dgm:cxn modelId="{AC3FD5A8-7A43-428A-971E-1F0B10F5A092}" type="presOf" srcId="{0127695B-B6FB-46FE-AF33-4648CA218DC3}" destId="{571061D9-AF08-4776-82DE-DA65EA1808DB}" srcOrd="0" destOrd="0" presId="urn:microsoft.com/office/officeart/2005/8/layout/process1"/>
    <dgm:cxn modelId="{0986E5B3-D7DA-422F-B834-514D34CA9750}" type="presOf" srcId="{A3CE949F-B620-4412-A4FA-DC77BE3665C6}" destId="{80CDF002-BBE4-4704-88F9-707D3A483326}" srcOrd="0" destOrd="0" presId="urn:microsoft.com/office/officeart/2005/8/layout/process1"/>
    <dgm:cxn modelId="{6F0E61B7-0DCC-49FC-8429-6EDE57779C65}" type="presOf" srcId="{C0D67607-C916-4F4A-B54F-06A251804C08}" destId="{47076E99-36A0-4534-9101-CBDE6129ED5E}" srcOrd="0" destOrd="0" presId="urn:microsoft.com/office/officeart/2005/8/layout/process1"/>
    <dgm:cxn modelId="{4DF7F1CB-805A-4001-BB34-5E942DACF21E}" type="presOf" srcId="{F9B29A95-0423-4F69-96FD-98367546A92C}" destId="{1392045D-E6C0-495E-9255-B05AC7303CB9}" srcOrd="1" destOrd="0" presId="urn:microsoft.com/office/officeart/2005/8/layout/process1"/>
    <dgm:cxn modelId="{272163D0-41D2-4E20-AD09-DB674EABBD34}" srcId="{A3CE949F-B620-4412-A4FA-DC77BE3665C6}" destId="{D53B00E8-9102-4FE4-ABC2-B059F1E04566}" srcOrd="0" destOrd="0" parTransId="{D1D9AB06-5D11-4A07-92BC-D97385C746F9}" sibTransId="{F9B29A95-0423-4F69-96FD-98367546A92C}"/>
    <dgm:cxn modelId="{18FBB2D0-2C5D-4F0B-BD64-389B1E9A3045}" srcId="{A3CE949F-B620-4412-A4FA-DC77BE3665C6}" destId="{C0D67607-C916-4F4A-B54F-06A251804C08}" srcOrd="4" destOrd="0" parTransId="{EEAC8F88-AC56-407D-A754-5371B578EBEA}" sibTransId="{597307D9-91F9-47CC-A2C0-9A82EEC7CA17}"/>
    <dgm:cxn modelId="{CC6771D5-77E0-40C8-AE15-F42A9FCF770E}" type="presOf" srcId="{96AD02EF-0DC1-442F-94B6-2489EC420AF9}" destId="{EDDC1FCF-5308-4197-87FC-8F761D78E197}" srcOrd="1" destOrd="0" presId="urn:microsoft.com/office/officeart/2005/8/layout/process1"/>
    <dgm:cxn modelId="{EA495DE5-463E-4692-BD9E-38EF52C189A9}" type="presOf" srcId="{597307D9-91F9-47CC-A2C0-9A82EEC7CA17}" destId="{2804C76F-63B2-479B-A76E-2BA99540DD87}" srcOrd="1" destOrd="0" presId="urn:microsoft.com/office/officeart/2005/8/layout/process1"/>
    <dgm:cxn modelId="{20BF40F2-56D3-4A2C-A0A1-D7305F9128C0}" type="presOf" srcId="{597307D9-91F9-47CC-A2C0-9A82EEC7CA17}" destId="{96FF835D-0285-4B6E-B0E1-E1FBE12417AF}" srcOrd="0" destOrd="0" presId="urn:microsoft.com/office/officeart/2005/8/layout/process1"/>
    <dgm:cxn modelId="{394870FB-5822-4177-821B-624337E3DA7E}" type="presOf" srcId="{96AD02EF-0DC1-442F-94B6-2489EC420AF9}" destId="{7D31CBF8-1D2D-4D17-B60B-DEF3135E3095}" srcOrd="0" destOrd="0" presId="urn:microsoft.com/office/officeart/2005/8/layout/process1"/>
    <dgm:cxn modelId="{2ECA57FD-EF0F-4BAE-B416-7C439B4B98CD}" type="presOf" srcId="{3009E545-4E39-427E-B015-43215FAF750A}" destId="{FDEA5AFD-7C22-413F-AB42-081EC1A7ABE3}" srcOrd="1" destOrd="0" presId="urn:microsoft.com/office/officeart/2005/8/layout/process1"/>
    <dgm:cxn modelId="{43F72FFF-A61E-42E6-B8DD-7A8738DEA2B3}" type="presOf" srcId="{04E491B7-4FF1-44BA-9E25-F879FD98B2F0}" destId="{0105C7C6-4EEB-46C8-B985-D7876CE41B62}" srcOrd="0" destOrd="0" presId="urn:microsoft.com/office/officeart/2005/8/layout/process1"/>
    <dgm:cxn modelId="{4EB8309C-8E65-4236-93A2-30617D5338C0}" type="presParOf" srcId="{80CDF002-BBE4-4704-88F9-707D3A483326}" destId="{CD26C582-0362-43E7-B30F-B27EA509B002}" srcOrd="0" destOrd="0" presId="urn:microsoft.com/office/officeart/2005/8/layout/process1"/>
    <dgm:cxn modelId="{D67C7C46-86AC-4F3F-9C7C-46FE8A9E72F6}" type="presParOf" srcId="{80CDF002-BBE4-4704-88F9-707D3A483326}" destId="{30C73709-52B4-416D-BE86-18E5C450DDC8}" srcOrd="1" destOrd="0" presId="urn:microsoft.com/office/officeart/2005/8/layout/process1"/>
    <dgm:cxn modelId="{1E918AD0-CA81-4101-9CE1-1192D3E2D324}" type="presParOf" srcId="{30C73709-52B4-416D-BE86-18E5C450DDC8}" destId="{1392045D-E6C0-495E-9255-B05AC7303CB9}" srcOrd="0" destOrd="0" presId="urn:microsoft.com/office/officeart/2005/8/layout/process1"/>
    <dgm:cxn modelId="{FEEBC690-B705-42F0-8089-6F5A69331AFB}" type="presParOf" srcId="{80CDF002-BBE4-4704-88F9-707D3A483326}" destId="{B525C074-D843-486C-98DF-0D6919525974}" srcOrd="2" destOrd="0" presId="urn:microsoft.com/office/officeart/2005/8/layout/process1"/>
    <dgm:cxn modelId="{11D4489E-F94B-409F-B589-9E854AB82671}" type="presParOf" srcId="{80CDF002-BBE4-4704-88F9-707D3A483326}" destId="{7D31CBF8-1D2D-4D17-B60B-DEF3135E3095}" srcOrd="3" destOrd="0" presId="urn:microsoft.com/office/officeart/2005/8/layout/process1"/>
    <dgm:cxn modelId="{BE879524-F54F-4EFA-A264-D8EA1695CBDA}" type="presParOf" srcId="{7D31CBF8-1D2D-4D17-B60B-DEF3135E3095}" destId="{EDDC1FCF-5308-4197-87FC-8F761D78E197}" srcOrd="0" destOrd="0" presId="urn:microsoft.com/office/officeart/2005/8/layout/process1"/>
    <dgm:cxn modelId="{E7844695-E6C8-45E5-BC23-CEF2FB565C47}" type="presParOf" srcId="{80CDF002-BBE4-4704-88F9-707D3A483326}" destId="{0105C7C6-4EEB-46C8-B985-D7876CE41B62}" srcOrd="4" destOrd="0" presId="urn:microsoft.com/office/officeart/2005/8/layout/process1"/>
    <dgm:cxn modelId="{E91BC405-DA7B-475B-85FA-C61AC371652C}" type="presParOf" srcId="{80CDF002-BBE4-4704-88F9-707D3A483326}" destId="{571061D9-AF08-4776-82DE-DA65EA1808DB}" srcOrd="5" destOrd="0" presId="urn:microsoft.com/office/officeart/2005/8/layout/process1"/>
    <dgm:cxn modelId="{7485BF5E-8E44-4EEF-B3AA-8731177E5CEB}" type="presParOf" srcId="{571061D9-AF08-4776-82DE-DA65EA1808DB}" destId="{EAFEC638-C751-48CA-A56B-FA8E55B10BD2}" srcOrd="0" destOrd="0" presId="urn:microsoft.com/office/officeart/2005/8/layout/process1"/>
    <dgm:cxn modelId="{A8338964-226F-4BF2-A8D7-9F5B9C15B8F5}" type="presParOf" srcId="{80CDF002-BBE4-4704-88F9-707D3A483326}" destId="{BC015356-BAB0-4875-BA4D-B92FCF541112}" srcOrd="6" destOrd="0" presId="urn:microsoft.com/office/officeart/2005/8/layout/process1"/>
    <dgm:cxn modelId="{E2593707-13FB-4958-81E4-3DF0D891C280}" type="presParOf" srcId="{80CDF002-BBE4-4704-88F9-707D3A483326}" destId="{D3D91972-E20F-4FD1-9951-66504E187BA1}" srcOrd="7" destOrd="0" presId="urn:microsoft.com/office/officeart/2005/8/layout/process1"/>
    <dgm:cxn modelId="{4AB7A327-40DC-4AA1-AB0D-061D79C0C93F}" type="presParOf" srcId="{D3D91972-E20F-4FD1-9951-66504E187BA1}" destId="{FDEA5AFD-7C22-413F-AB42-081EC1A7ABE3}" srcOrd="0" destOrd="0" presId="urn:microsoft.com/office/officeart/2005/8/layout/process1"/>
    <dgm:cxn modelId="{EAB520DE-B79F-4600-912E-7CD66E817BD6}" type="presParOf" srcId="{80CDF002-BBE4-4704-88F9-707D3A483326}" destId="{47076E99-36A0-4534-9101-CBDE6129ED5E}" srcOrd="8" destOrd="0" presId="urn:microsoft.com/office/officeart/2005/8/layout/process1"/>
    <dgm:cxn modelId="{82CAD696-A37D-4774-8496-3DEBF30D9772}" type="presParOf" srcId="{80CDF002-BBE4-4704-88F9-707D3A483326}" destId="{96FF835D-0285-4B6E-B0E1-E1FBE12417AF}" srcOrd="9" destOrd="0" presId="urn:microsoft.com/office/officeart/2005/8/layout/process1"/>
    <dgm:cxn modelId="{8D45AD55-E21E-416A-B8A9-7863C37E9FCE}" type="presParOf" srcId="{96FF835D-0285-4B6E-B0E1-E1FBE12417AF}" destId="{2804C76F-63B2-479B-A76E-2BA99540DD87}" srcOrd="0" destOrd="0" presId="urn:microsoft.com/office/officeart/2005/8/layout/process1"/>
    <dgm:cxn modelId="{F1BFC92A-C638-4AD6-83BE-DB56F9EE1C95}" type="presParOf" srcId="{80CDF002-BBE4-4704-88F9-707D3A483326}" destId="{7A7519D6-1E45-455A-8E0A-5098FB71A6FE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graphics/data2.xml><?xml version="1.0" encoding="utf-8"?>
<dgm:dataModel xmlns:dgm="http://schemas.openxmlformats.org/drawingml/2006/diagram" xmlns:a="http://schemas.openxmlformats.org/drawingml/2006/main">
  <dgm:ptLst>
    <dgm:pt modelId="{B43F9222-4FE4-48EB-95D4-8B9F1D710B9B}" type="doc">
      <dgm:prSet loTypeId="urn:microsoft.com/office/officeart/2005/8/layout/process1" loCatId="process" qsTypeId="urn:microsoft.com/office/officeart/2005/8/quickstyle/simple1#2" qsCatId="simple" csTypeId="urn:microsoft.com/office/officeart/2005/8/colors/accent1_2#1" csCatId="accent1" phldr="1"/>
      <dgm:spPr/>
    </dgm:pt>
    <dgm:pt modelId="{FFF3EBED-4617-484F-A1C3-779BF39AC3B1}">
      <dgm:prSet phldrT="[Text]" custT="1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>
        <a:ln w="38100">
          <a:solidFill>
            <a:srgbClr val="FF0000"/>
          </a:solidFill>
        </a:ln>
      </dgm:spPr>
      <dgm:t>
        <a:bodyPr/>
        <a:lstStyle/>
        <a:p>
          <a:r>
            <a:rPr lang="en-IN" sz="2400" dirty="0"/>
            <a:t>Buyer Request</a:t>
          </a:r>
        </a:p>
      </dgm:t>
    </dgm:pt>
    <dgm:pt modelId="{BBD28E9F-6E02-4075-BCE0-C4DCBD8BC0D9}" type="parTrans" cxnId="{CE400468-8A11-46E7-A49D-8BAD6083B694}">
      <dgm:prSet/>
      <dgm:spPr/>
      <dgm:t>
        <a:bodyPr/>
        <a:lstStyle/>
        <a:p>
          <a:endParaRPr lang="en-IN"/>
        </a:p>
      </dgm:t>
    </dgm:pt>
    <dgm:pt modelId="{0EAC512B-DE09-4C4F-8421-07857EF55C2F}" type="sibTrans" cxnId="{CE400468-8A11-46E7-A49D-8BAD6083B694}">
      <dgm:prSet/>
      <dgm:spPr/>
      <dgm:t>
        <a:bodyPr/>
        <a:lstStyle/>
        <a:p>
          <a:endParaRPr lang="en-IN"/>
        </a:p>
      </dgm:t>
    </dgm:pt>
    <dgm:pt modelId="{E760719A-A173-440D-B8E2-316FEA2D5A21}">
      <dgm:prSet phldrT="[Text]" custT="1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>
        <a:ln w="38100">
          <a:solidFill>
            <a:schemeClr val="accent2"/>
          </a:solidFill>
        </a:ln>
      </dgm:spPr>
      <dgm:t>
        <a:bodyPr/>
        <a:lstStyle/>
        <a:p>
          <a:r>
            <a:rPr lang="en-IN" sz="2400" dirty="0"/>
            <a:t>Missing Evidence</a:t>
          </a:r>
        </a:p>
      </dgm:t>
    </dgm:pt>
    <dgm:pt modelId="{2F6F3DEB-E4EC-4929-A906-011FBCB7E074}" type="parTrans" cxnId="{31D5D37B-5829-4863-A84A-1F2DD0D10CB1}">
      <dgm:prSet/>
      <dgm:spPr/>
      <dgm:t>
        <a:bodyPr/>
        <a:lstStyle/>
        <a:p>
          <a:endParaRPr lang="en-IN"/>
        </a:p>
      </dgm:t>
    </dgm:pt>
    <dgm:pt modelId="{750D69BA-DF4A-4FAF-B507-E6C239EEFEB4}" type="sibTrans" cxnId="{31D5D37B-5829-4863-A84A-1F2DD0D10CB1}">
      <dgm:prSet/>
      <dgm:spPr/>
      <dgm:t>
        <a:bodyPr/>
        <a:lstStyle/>
        <a:p>
          <a:endParaRPr lang="en-IN"/>
        </a:p>
      </dgm:t>
    </dgm:pt>
    <dgm:pt modelId="{E6836C37-C007-4814-A9C5-AFE34FDD78F4}">
      <dgm:prSet phldrT="[Text]" custT="1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>
        <a:ln w="38100"/>
      </dgm:spPr>
      <dgm:t>
        <a:bodyPr/>
        <a:lstStyle/>
        <a:p>
          <a:r>
            <a:rPr lang="en-IN" sz="2400" dirty="0"/>
            <a:t>Unchecked Rank</a:t>
          </a:r>
        </a:p>
      </dgm:t>
    </dgm:pt>
    <dgm:pt modelId="{2C4CAEE0-EF31-46A0-AC7B-EECCF1C952EB}" type="parTrans" cxnId="{C6463C6F-EBCB-4AC0-A8C1-FA0874CDC715}">
      <dgm:prSet/>
      <dgm:spPr/>
      <dgm:t>
        <a:bodyPr/>
        <a:lstStyle/>
        <a:p>
          <a:endParaRPr lang="en-IN"/>
        </a:p>
      </dgm:t>
    </dgm:pt>
    <dgm:pt modelId="{080288CB-F42E-44F6-8271-8BC2586C64AE}" type="sibTrans" cxnId="{C6463C6F-EBCB-4AC0-A8C1-FA0874CDC715}">
      <dgm:prSet/>
      <dgm:spPr/>
      <dgm:t>
        <a:bodyPr/>
        <a:lstStyle/>
        <a:p>
          <a:endParaRPr lang="en-IN"/>
        </a:p>
      </dgm:t>
    </dgm:pt>
    <dgm:pt modelId="{A6DD99F4-4E8B-4600-BB49-2EA6D29A0458}">
      <dgm:prSet phldrT="[Text]" custT="1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 w="38100">
          <a:solidFill>
            <a:srgbClr val="FF0000"/>
          </a:solidFill>
        </a:ln>
      </dgm:spPr>
      <dgm:t>
        <a:bodyPr/>
        <a:lstStyle/>
        <a:p>
          <a:r>
            <a:rPr lang="en-IN" sz="2400" dirty="0"/>
            <a:t>Weak Decision</a:t>
          </a:r>
        </a:p>
      </dgm:t>
    </dgm:pt>
    <dgm:pt modelId="{E0FFE038-7085-4FDA-ADAF-B0C2AFCA1D68}" type="parTrans" cxnId="{67B36D97-1C8C-415C-9802-A85BC0ED7673}">
      <dgm:prSet/>
      <dgm:spPr/>
      <dgm:t>
        <a:bodyPr/>
        <a:lstStyle/>
        <a:p>
          <a:endParaRPr lang="en-IN"/>
        </a:p>
      </dgm:t>
    </dgm:pt>
    <dgm:pt modelId="{02BFF130-F076-4958-A191-2699DCEBACB6}" type="sibTrans" cxnId="{67B36D97-1C8C-415C-9802-A85BC0ED7673}">
      <dgm:prSet/>
      <dgm:spPr/>
      <dgm:t>
        <a:bodyPr/>
        <a:lstStyle/>
        <a:p>
          <a:endParaRPr lang="en-IN"/>
        </a:p>
      </dgm:t>
    </dgm:pt>
    <dgm:pt modelId="{1057CF69-A652-4E42-9CEA-F9E58BB92651}" type="pres">
      <dgm:prSet presAssocID="{B43F9222-4FE4-48EB-95D4-8B9F1D710B9B}" presName="Name0" presStyleCnt="0">
        <dgm:presLayoutVars>
          <dgm:dir/>
          <dgm:resizeHandles val="exact"/>
        </dgm:presLayoutVars>
      </dgm:prSet>
      <dgm:spPr/>
    </dgm:pt>
    <dgm:pt modelId="{93DA479F-7B14-4FF9-9E8C-10849907C868}" type="pres">
      <dgm:prSet presAssocID="{FFF3EBED-4617-484F-A1C3-779BF39AC3B1}" presName="node" presStyleLbl="node1" presStyleIdx="0" presStyleCnt="4">
        <dgm:presLayoutVars>
          <dgm:bulletEnabled val="1"/>
        </dgm:presLayoutVars>
      </dgm:prSet>
      <dgm:spPr/>
    </dgm:pt>
    <dgm:pt modelId="{54E38634-1331-499D-9541-980295ADF341}" type="pres">
      <dgm:prSet presAssocID="{0EAC512B-DE09-4C4F-8421-07857EF55C2F}" presName="sibTrans" presStyleLbl="sibTrans2D1" presStyleIdx="0" presStyleCnt="3"/>
      <dgm:spPr/>
    </dgm:pt>
    <dgm:pt modelId="{55D1692A-8B4C-4ECB-8CB1-5982D84D490F}" type="pres">
      <dgm:prSet presAssocID="{0EAC512B-DE09-4C4F-8421-07857EF55C2F}" presName="connectorText" presStyleLbl="sibTrans2D1" presStyleIdx="0" presStyleCnt="3"/>
      <dgm:spPr/>
    </dgm:pt>
    <dgm:pt modelId="{89D33802-FF33-43DC-888F-4271D8AD77AB}" type="pres">
      <dgm:prSet presAssocID="{E760719A-A173-440D-B8E2-316FEA2D5A21}" presName="node" presStyleLbl="node1" presStyleIdx="1" presStyleCnt="4">
        <dgm:presLayoutVars>
          <dgm:bulletEnabled val="1"/>
        </dgm:presLayoutVars>
      </dgm:prSet>
      <dgm:spPr/>
    </dgm:pt>
    <dgm:pt modelId="{8B92D148-B42C-4BC1-B3F3-490BE2CE2956}" type="pres">
      <dgm:prSet presAssocID="{750D69BA-DF4A-4FAF-B507-E6C239EEFEB4}" presName="sibTrans" presStyleLbl="sibTrans2D1" presStyleIdx="1" presStyleCnt="3"/>
      <dgm:spPr/>
    </dgm:pt>
    <dgm:pt modelId="{C86F44C3-7373-4B54-981F-0B39A819845D}" type="pres">
      <dgm:prSet presAssocID="{750D69BA-DF4A-4FAF-B507-E6C239EEFEB4}" presName="connectorText" presStyleLbl="sibTrans2D1" presStyleIdx="1" presStyleCnt="3"/>
      <dgm:spPr/>
    </dgm:pt>
    <dgm:pt modelId="{3E5694AB-8F10-4222-9F5B-6875CEF17549}" type="pres">
      <dgm:prSet presAssocID="{E6836C37-C007-4814-A9C5-AFE34FDD78F4}" presName="node" presStyleLbl="node1" presStyleIdx="2" presStyleCnt="4">
        <dgm:presLayoutVars>
          <dgm:bulletEnabled val="1"/>
        </dgm:presLayoutVars>
      </dgm:prSet>
      <dgm:spPr/>
    </dgm:pt>
    <dgm:pt modelId="{F1C5EF5F-2F85-4D65-82C4-DC2AE2C206CD}" type="pres">
      <dgm:prSet presAssocID="{080288CB-F42E-44F6-8271-8BC2586C64AE}" presName="sibTrans" presStyleLbl="sibTrans2D1" presStyleIdx="2" presStyleCnt="3"/>
      <dgm:spPr/>
    </dgm:pt>
    <dgm:pt modelId="{AA0A80F0-62EF-4630-A132-0BB4C6321E69}" type="pres">
      <dgm:prSet presAssocID="{080288CB-F42E-44F6-8271-8BC2586C64AE}" presName="connectorText" presStyleLbl="sibTrans2D1" presStyleIdx="2" presStyleCnt="3"/>
      <dgm:spPr/>
    </dgm:pt>
    <dgm:pt modelId="{340EFA02-8501-46CC-8194-E7254FE85032}" type="pres">
      <dgm:prSet presAssocID="{A6DD99F4-4E8B-4600-BB49-2EA6D29A0458}" presName="node" presStyleLbl="node1" presStyleIdx="3" presStyleCnt="4">
        <dgm:presLayoutVars>
          <dgm:bulletEnabled val="1"/>
        </dgm:presLayoutVars>
      </dgm:prSet>
      <dgm:spPr/>
    </dgm:pt>
  </dgm:ptLst>
  <dgm:cxnLst>
    <dgm:cxn modelId="{5FB6F50A-AB9B-4A1C-B101-E1F3984A16DF}" type="presOf" srcId="{0EAC512B-DE09-4C4F-8421-07857EF55C2F}" destId="{55D1692A-8B4C-4ECB-8CB1-5982D84D490F}" srcOrd="1" destOrd="0" presId="urn:microsoft.com/office/officeart/2005/8/layout/process1"/>
    <dgm:cxn modelId="{D516DD26-2E76-4339-A71E-CAAA652F8BA6}" type="presOf" srcId="{FFF3EBED-4617-484F-A1C3-779BF39AC3B1}" destId="{93DA479F-7B14-4FF9-9E8C-10849907C868}" srcOrd="0" destOrd="0" presId="urn:microsoft.com/office/officeart/2005/8/layout/process1"/>
    <dgm:cxn modelId="{4BB30C34-0E59-4A44-BF62-161C49ED719E}" type="presOf" srcId="{E760719A-A173-440D-B8E2-316FEA2D5A21}" destId="{89D33802-FF33-43DC-888F-4271D8AD77AB}" srcOrd="0" destOrd="0" presId="urn:microsoft.com/office/officeart/2005/8/layout/process1"/>
    <dgm:cxn modelId="{CE400468-8A11-46E7-A49D-8BAD6083B694}" srcId="{B43F9222-4FE4-48EB-95D4-8B9F1D710B9B}" destId="{FFF3EBED-4617-484F-A1C3-779BF39AC3B1}" srcOrd="0" destOrd="0" parTransId="{BBD28E9F-6E02-4075-BCE0-C4DCBD8BC0D9}" sibTransId="{0EAC512B-DE09-4C4F-8421-07857EF55C2F}"/>
    <dgm:cxn modelId="{1AF5096D-88A3-472A-813D-B691B92764D7}" type="presOf" srcId="{080288CB-F42E-44F6-8271-8BC2586C64AE}" destId="{AA0A80F0-62EF-4630-A132-0BB4C6321E69}" srcOrd="1" destOrd="0" presId="urn:microsoft.com/office/officeart/2005/8/layout/process1"/>
    <dgm:cxn modelId="{C6463C6F-EBCB-4AC0-A8C1-FA0874CDC715}" srcId="{B43F9222-4FE4-48EB-95D4-8B9F1D710B9B}" destId="{E6836C37-C007-4814-A9C5-AFE34FDD78F4}" srcOrd="2" destOrd="0" parTransId="{2C4CAEE0-EF31-46A0-AC7B-EECCF1C952EB}" sibTransId="{080288CB-F42E-44F6-8271-8BC2586C64AE}"/>
    <dgm:cxn modelId="{FCF91954-1BD0-4DA9-A2EC-39EDBF05978B}" type="presOf" srcId="{A6DD99F4-4E8B-4600-BB49-2EA6D29A0458}" destId="{340EFA02-8501-46CC-8194-E7254FE85032}" srcOrd="0" destOrd="0" presId="urn:microsoft.com/office/officeart/2005/8/layout/process1"/>
    <dgm:cxn modelId="{55CE2C54-1B2A-40AA-A2D6-F25376FD13FC}" type="presOf" srcId="{080288CB-F42E-44F6-8271-8BC2586C64AE}" destId="{F1C5EF5F-2F85-4D65-82C4-DC2AE2C206CD}" srcOrd="0" destOrd="0" presId="urn:microsoft.com/office/officeart/2005/8/layout/process1"/>
    <dgm:cxn modelId="{31D5D37B-5829-4863-A84A-1F2DD0D10CB1}" srcId="{B43F9222-4FE4-48EB-95D4-8B9F1D710B9B}" destId="{E760719A-A173-440D-B8E2-316FEA2D5A21}" srcOrd="1" destOrd="0" parTransId="{2F6F3DEB-E4EC-4929-A906-011FBCB7E074}" sibTransId="{750D69BA-DF4A-4FAF-B507-E6C239EEFEB4}"/>
    <dgm:cxn modelId="{83A8BB8A-92A2-40A7-911D-363925476847}" type="presOf" srcId="{B43F9222-4FE4-48EB-95D4-8B9F1D710B9B}" destId="{1057CF69-A652-4E42-9CEA-F9E58BB92651}" srcOrd="0" destOrd="0" presId="urn:microsoft.com/office/officeart/2005/8/layout/process1"/>
    <dgm:cxn modelId="{67B36D97-1C8C-415C-9802-A85BC0ED7673}" srcId="{B43F9222-4FE4-48EB-95D4-8B9F1D710B9B}" destId="{A6DD99F4-4E8B-4600-BB49-2EA6D29A0458}" srcOrd="3" destOrd="0" parTransId="{E0FFE038-7085-4FDA-ADAF-B0C2AFCA1D68}" sibTransId="{02BFF130-F076-4958-A191-2699DCEBACB6}"/>
    <dgm:cxn modelId="{04A3ECA5-A662-4FD2-9602-F3968EE98BCF}" type="presOf" srcId="{0EAC512B-DE09-4C4F-8421-07857EF55C2F}" destId="{54E38634-1331-499D-9541-980295ADF341}" srcOrd="0" destOrd="0" presId="urn:microsoft.com/office/officeart/2005/8/layout/process1"/>
    <dgm:cxn modelId="{32DB1FA7-0687-44A7-B8B2-4FD9BF819F02}" type="presOf" srcId="{E6836C37-C007-4814-A9C5-AFE34FDD78F4}" destId="{3E5694AB-8F10-4222-9F5B-6875CEF17549}" srcOrd="0" destOrd="0" presId="urn:microsoft.com/office/officeart/2005/8/layout/process1"/>
    <dgm:cxn modelId="{B04FAFB3-4581-45FC-BA37-4A09F156D3BA}" type="presOf" srcId="{750D69BA-DF4A-4FAF-B507-E6C239EEFEB4}" destId="{8B92D148-B42C-4BC1-B3F3-490BE2CE2956}" srcOrd="0" destOrd="0" presId="urn:microsoft.com/office/officeart/2005/8/layout/process1"/>
    <dgm:cxn modelId="{55C183BB-C65D-4572-9516-EA66C594859B}" type="presOf" srcId="{750D69BA-DF4A-4FAF-B507-E6C239EEFEB4}" destId="{C86F44C3-7373-4B54-981F-0B39A819845D}" srcOrd="1" destOrd="0" presId="urn:microsoft.com/office/officeart/2005/8/layout/process1"/>
    <dgm:cxn modelId="{DF0055C4-7F4F-47D2-B724-E7B9EA5E4686}" type="presParOf" srcId="{1057CF69-A652-4E42-9CEA-F9E58BB92651}" destId="{93DA479F-7B14-4FF9-9E8C-10849907C868}" srcOrd="0" destOrd="0" presId="urn:microsoft.com/office/officeart/2005/8/layout/process1"/>
    <dgm:cxn modelId="{C95B7BD4-4EC3-4A17-874C-412AB9B88D85}" type="presParOf" srcId="{1057CF69-A652-4E42-9CEA-F9E58BB92651}" destId="{54E38634-1331-499D-9541-980295ADF341}" srcOrd="1" destOrd="0" presId="urn:microsoft.com/office/officeart/2005/8/layout/process1"/>
    <dgm:cxn modelId="{BBC7B84A-91EF-4F10-B09D-6C2E48EB53DF}" type="presParOf" srcId="{54E38634-1331-499D-9541-980295ADF341}" destId="{55D1692A-8B4C-4ECB-8CB1-5982D84D490F}" srcOrd="0" destOrd="0" presId="urn:microsoft.com/office/officeart/2005/8/layout/process1"/>
    <dgm:cxn modelId="{8F3AB41B-6CD2-4FD9-930F-75F2127C060D}" type="presParOf" srcId="{1057CF69-A652-4E42-9CEA-F9E58BB92651}" destId="{89D33802-FF33-43DC-888F-4271D8AD77AB}" srcOrd="2" destOrd="0" presId="urn:microsoft.com/office/officeart/2005/8/layout/process1"/>
    <dgm:cxn modelId="{13998F6E-2545-4B4B-93F4-457E5948B829}" type="presParOf" srcId="{1057CF69-A652-4E42-9CEA-F9E58BB92651}" destId="{8B92D148-B42C-4BC1-B3F3-490BE2CE2956}" srcOrd="3" destOrd="0" presId="urn:microsoft.com/office/officeart/2005/8/layout/process1"/>
    <dgm:cxn modelId="{4F514483-9C49-479D-A6D0-B2AA5B8B751F}" type="presParOf" srcId="{8B92D148-B42C-4BC1-B3F3-490BE2CE2956}" destId="{C86F44C3-7373-4B54-981F-0B39A819845D}" srcOrd="0" destOrd="0" presId="urn:microsoft.com/office/officeart/2005/8/layout/process1"/>
    <dgm:cxn modelId="{0008D764-212E-4CF6-945D-6DAFDD7CD170}" type="presParOf" srcId="{1057CF69-A652-4E42-9CEA-F9E58BB92651}" destId="{3E5694AB-8F10-4222-9F5B-6875CEF17549}" srcOrd="4" destOrd="0" presId="urn:microsoft.com/office/officeart/2005/8/layout/process1"/>
    <dgm:cxn modelId="{672FE475-A87B-44FB-966B-02A247FEA06D}" type="presParOf" srcId="{1057CF69-A652-4E42-9CEA-F9E58BB92651}" destId="{F1C5EF5F-2F85-4D65-82C4-DC2AE2C206CD}" srcOrd="5" destOrd="0" presId="urn:microsoft.com/office/officeart/2005/8/layout/process1"/>
    <dgm:cxn modelId="{4A0F1B49-D59C-4CFB-A5C7-6CCA55DA0D20}" type="presParOf" srcId="{F1C5EF5F-2F85-4D65-82C4-DC2AE2C206CD}" destId="{AA0A80F0-62EF-4630-A132-0BB4C6321E69}" srcOrd="0" destOrd="0" presId="urn:microsoft.com/office/officeart/2005/8/layout/process1"/>
    <dgm:cxn modelId="{582F442E-57C3-40F5-A35E-480586C541D6}" type="presParOf" srcId="{1057CF69-A652-4E42-9CEA-F9E58BB92651}" destId="{340EFA02-8501-46CC-8194-E7254FE85032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graphics/data3.xml><?xml version="1.0" encoding="utf-8"?>
<dgm:dataModel xmlns:dgm="http://schemas.openxmlformats.org/drawingml/2006/diagram" xmlns:a="http://schemas.openxmlformats.org/drawingml/2006/main">
  <dgm:ptLst>
    <dgm:pt modelId="{6B70C726-B256-48F4-B8FD-8EE551E3DDEE}" type="doc">
      <dgm:prSet loTypeId="urn:microsoft.com/office/officeart/2005/8/layout/process2" loCatId="process" qsTypeId="urn:microsoft.com/office/officeart/2005/8/quickstyle/simple1#3" qsCatId="simple" csTypeId="urn:microsoft.com/office/officeart/2005/8/colors/accent1_2#2" csCatId="accent1" phldr="1"/>
      <dgm:spPr/>
    </dgm:pt>
    <dgm:pt modelId="{C6866D5A-D825-4919-B982-CC5FB346400E}">
      <dgm:prSet phldrT="[Text]" custT="1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 w="1905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>
            <a:buNone/>
          </a:pPr>
          <a:r>
            <a:rPr lang="en-IN" sz="2400" dirty="0">
              <a:solidFill>
                <a:schemeClr val="accent5">
                  <a:lumMod val="75000"/>
                </a:schemeClr>
              </a:solidFill>
            </a:rPr>
            <a:t>Buyer Request</a:t>
          </a:r>
        </a:p>
      </dgm:t>
    </dgm:pt>
    <dgm:pt modelId="{B3418BEF-3B1D-43C5-B661-501BD30809A8}" type="parTrans" cxnId="{1581E09D-DD3C-481B-B96D-E48745829BB8}">
      <dgm:prSet/>
      <dgm:spPr/>
      <dgm:t>
        <a:bodyPr/>
        <a:lstStyle/>
        <a:p>
          <a:endParaRPr lang="en-IN"/>
        </a:p>
      </dgm:t>
    </dgm:pt>
    <dgm:pt modelId="{C5E5D9E5-5C98-4813-B6BF-77EC126A1F63}" type="sibTrans" cxnId="{1581E09D-DD3C-481B-B96D-E48745829BB8}">
      <dgm:prSet custT="1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 w="1905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endParaRPr lang="en-IN" sz="2400">
            <a:solidFill>
              <a:schemeClr val="accent5">
                <a:lumMod val="75000"/>
              </a:schemeClr>
            </a:solidFill>
          </a:endParaRPr>
        </a:p>
      </dgm:t>
    </dgm:pt>
    <dgm:pt modelId="{9EF9E778-E44B-4629-B0F7-09F0040D4346}">
      <dgm:prSet phldrT="[Text]" custT="1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 w="1905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>
            <a:buNone/>
          </a:pPr>
          <a:r>
            <a:rPr lang="en-IN" sz="2400" dirty="0">
              <a:solidFill>
                <a:schemeClr val="accent5">
                  <a:lumMod val="75000"/>
                </a:schemeClr>
              </a:solidFill>
            </a:rPr>
            <a:t>Requirements</a:t>
          </a:r>
        </a:p>
      </dgm:t>
    </dgm:pt>
    <dgm:pt modelId="{4832E96B-A1BA-41FA-9F03-6A9840F3420C}" type="parTrans" cxnId="{BE0278DA-D2C0-4166-B01F-11F61EF80FEE}">
      <dgm:prSet/>
      <dgm:spPr/>
      <dgm:t>
        <a:bodyPr/>
        <a:lstStyle/>
        <a:p>
          <a:endParaRPr lang="en-IN"/>
        </a:p>
      </dgm:t>
    </dgm:pt>
    <dgm:pt modelId="{4DC26E1B-DFDA-4A76-A821-0836B962CFBF}" type="sibTrans" cxnId="{BE0278DA-D2C0-4166-B01F-11F61EF80FEE}">
      <dgm:prSet custT="1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 w="1905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endParaRPr lang="en-IN" sz="2400">
            <a:solidFill>
              <a:schemeClr val="accent5">
                <a:lumMod val="75000"/>
              </a:schemeClr>
            </a:solidFill>
          </a:endParaRPr>
        </a:p>
      </dgm:t>
    </dgm:pt>
    <dgm:pt modelId="{A8E3C4A3-3832-44EC-9F57-9E66B9E5526F}">
      <dgm:prSet phldrT="[Text]" custT="1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 w="1905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>
            <a:buNone/>
          </a:pPr>
          <a:r>
            <a:rPr lang="en-IN" sz="2400" dirty="0">
              <a:solidFill>
                <a:schemeClr val="accent5">
                  <a:lumMod val="75000"/>
                </a:schemeClr>
              </a:solidFill>
            </a:rPr>
            <a:t>Supplier Evidence</a:t>
          </a:r>
        </a:p>
      </dgm:t>
    </dgm:pt>
    <dgm:pt modelId="{C9E39041-531D-4E40-996B-F9C2449FA675}" type="parTrans" cxnId="{7290B48A-CF54-4183-B1BB-0684220EE4E8}">
      <dgm:prSet/>
      <dgm:spPr/>
      <dgm:t>
        <a:bodyPr/>
        <a:lstStyle/>
        <a:p>
          <a:endParaRPr lang="en-IN"/>
        </a:p>
      </dgm:t>
    </dgm:pt>
    <dgm:pt modelId="{8A2812C8-E815-49DC-B329-F1CE34F112EA}" type="sibTrans" cxnId="{7290B48A-CF54-4183-B1BB-0684220EE4E8}">
      <dgm:prSet custT="1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 w="1905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endParaRPr lang="en-IN" sz="2400">
            <a:solidFill>
              <a:schemeClr val="accent5">
                <a:lumMod val="75000"/>
              </a:schemeClr>
            </a:solidFill>
          </a:endParaRPr>
        </a:p>
      </dgm:t>
    </dgm:pt>
    <dgm:pt modelId="{77DB1C2A-B800-4350-ABEF-F184C0C6E7F1}">
      <dgm:prSet phldrT="[Text]" custT="1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 w="1905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>
            <a:buNone/>
          </a:pPr>
          <a:r>
            <a:rPr lang="en-IN" sz="2400" dirty="0">
              <a:solidFill>
                <a:schemeClr val="accent5">
                  <a:lumMod val="75000"/>
                </a:schemeClr>
              </a:solidFill>
            </a:rPr>
            <a:t>Freshness Check</a:t>
          </a:r>
        </a:p>
      </dgm:t>
    </dgm:pt>
    <dgm:pt modelId="{A7386559-39E7-4EAB-A54F-04E9C14C686B}" type="parTrans" cxnId="{162623B1-9572-4111-A89B-C777FA826AB8}">
      <dgm:prSet/>
      <dgm:spPr/>
      <dgm:t>
        <a:bodyPr/>
        <a:lstStyle/>
        <a:p>
          <a:endParaRPr lang="en-IN"/>
        </a:p>
      </dgm:t>
    </dgm:pt>
    <dgm:pt modelId="{4F9C069C-70A3-4B76-AF3B-1DF9ED96FB2F}" type="sibTrans" cxnId="{162623B1-9572-4111-A89B-C777FA826AB8}">
      <dgm:prSet custT="1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 w="1905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endParaRPr lang="en-IN" sz="2400">
            <a:solidFill>
              <a:schemeClr val="accent5">
                <a:lumMod val="75000"/>
              </a:schemeClr>
            </a:solidFill>
          </a:endParaRPr>
        </a:p>
      </dgm:t>
    </dgm:pt>
    <dgm:pt modelId="{04D1BC90-1E67-48BD-AAF6-E263B90C2765}">
      <dgm:prSet custT="1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 w="1905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>
            <a:buNone/>
          </a:pPr>
          <a:r>
            <a:rPr lang="en-IN" sz="2400" dirty="0">
              <a:solidFill>
                <a:schemeClr val="accent5">
                  <a:lumMod val="75000"/>
                </a:schemeClr>
              </a:solidFill>
            </a:rPr>
            <a:t>Limit Checks</a:t>
          </a:r>
        </a:p>
      </dgm:t>
    </dgm:pt>
    <dgm:pt modelId="{CB6C3AB8-0F57-4946-9BB6-3A4AD86C4849}" type="parTrans" cxnId="{50E0D261-6CF0-475A-B797-3C9E946EE8AB}">
      <dgm:prSet/>
      <dgm:spPr/>
      <dgm:t>
        <a:bodyPr/>
        <a:lstStyle/>
        <a:p>
          <a:endParaRPr lang="en-IN"/>
        </a:p>
      </dgm:t>
    </dgm:pt>
    <dgm:pt modelId="{C21079FC-67C3-4295-A130-0E25B531D7FC}" type="sibTrans" cxnId="{50E0D261-6CF0-475A-B797-3C9E946EE8AB}">
      <dgm:prSet custT="1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 w="1905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endParaRPr lang="en-IN" sz="2400">
            <a:solidFill>
              <a:schemeClr val="accent5">
                <a:lumMod val="75000"/>
              </a:schemeClr>
            </a:solidFill>
          </a:endParaRPr>
        </a:p>
      </dgm:t>
    </dgm:pt>
    <dgm:pt modelId="{19546330-45D9-4C23-88B3-01442AEDB9DD}">
      <dgm:prSet phldrT="[Text]" custT="1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 w="1905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>
            <a:buNone/>
          </a:pPr>
          <a:r>
            <a:rPr lang="en-IN" sz="2400" dirty="0">
              <a:solidFill>
                <a:schemeClr val="accent5">
                  <a:lumMod val="75000"/>
                </a:schemeClr>
              </a:solidFill>
            </a:rPr>
            <a:t>RESA Alignment</a:t>
          </a:r>
        </a:p>
      </dgm:t>
    </dgm:pt>
    <dgm:pt modelId="{B437B8FF-891F-418D-862F-18277A74D055}" type="parTrans" cxnId="{B41FD702-D702-47F8-9FDB-D6505BEE28D2}">
      <dgm:prSet/>
      <dgm:spPr/>
      <dgm:t>
        <a:bodyPr/>
        <a:lstStyle/>
        <a:p>
          <a:endParaRPr lang="en-IN"/>
        </a:p>
      </dgm:t>
    </dgm:pt>
    <dgm:pt modelId="{E5D6F7F1-9CFD-461F-86A8-BDD545EB7D25}" type="sibTrans" cxnId="{B41FD702-D702-47F8-9FDB-D6505BEE28D2}">
      <dgm:prSet/>
      <dgm:spPr/>
      <dgm:t>
        <a:bodyPr/>
        <a:lstStyle/>
        <a:p>
          <a:endParaRPr lang="en-IN"/>
        </a:p>
      </dgm:t>
    </dgm:pt>
    <dgm:pt modelId="{09D7CB0B-B18A-4568-8E0D-5A72224F2D6B}" type="pres">
      <dgm:prSet presAssocID="{6B70C726-B256-48F4-B8FD-8EE551E3DDEE}" presName="linearFlow" presStyleCnt="0">
        <dgm:presLayoutVars>
          <dgm:resizeHandles val="exact"/>
        </dgm:presLayoutVars>
      </dgm:prSet>
      <dgm:spPr/>
    </dgm:pt>
    <dgm:pt modelId="{977D46B1-104B-48CF-813E-5192A6227083}" type="pres">
      <dgm:prSet presAssocID="{C6866D5A-D825-4919-B982-CC5FB346400E}" presName="node" presStyleLbl="node1" presStyleIdx="0" presStyleCnt="6" custScaleX="133100" custScaleY="133100">
        <dgm:presLayoutVars>
          <dgm:bulletEnabled val="1"/>
        </dgm:presLayoutVars>
      </dgm:prSet>
      <dgm:spPr/>
    </dgm:pt>
    <dgm:pt modelId="{1D4956C4-9D64-46B3-BB3F-106A00EBCDB5}" type="pres">
      <dgm:prSet presAssocID="{C5E5D9E5-5C98-4813-B6BF-77EC126A1F63}" presName="sibTrans" presStyleLbl="sibTrans2D1" presStyleIdx="0" presStyleCnt="5" custScaleX="133100" custScaleY="133100"/>
      <dgm:spPr/>
    </dgm:pt>
    <dgm:pt modelId="{75D968F3-501F-463D-8A75-B9ADF5C8EE01}" type="pres">
      <dgm:prSet presAssocID="{C5E5D9E5-5C98-4813-B6BF-77EC126A1F63}" presName="connectorText" presStyleLbl="sibTrans2D1" presStyleIdx="0" presStyleCnt="5"/>
      <dgm:spPr/>
    </dgm:pt>
    <dgm:pt modelId="{2641BAFA-062A-4B83-813E-B3215666BEC9}" type="pres">
      <dgm:prSet presAssocID="{9EF9E778-E44B-4629-B0F7-09F0040D4346}" presName="node" presStyleLbl="node1" presStyleIdx="1" presStyleCnt="6" custScaleX="133100" custScaleY="133100">
        <dgm:presLayoutVars>
          <dgm:bulletEnabled val="1"/>
        </dgm:presLayoutVars>
      </dgm:prSet>
      <dgm:spPr/>
    </dgm:pt>
    <dgm:pt modelId="{4E646B70-3CFC-47A2-9D4F-03D66C2F0155}" type="pres">
      <dgm:prSet presAssocID="{4DC26E1B-DFDA-4A76-A821-0836B962CFBF}" presName="sibTrans" presStyleLbl="sibTrans2D1" presStyleIdx="1" presStyleCnt="5" custScaleX="133100" custScaleY="133100"/>
      <dgm:spPr/>
    </dgm:pt>
    <dgm:pt modelId="{BFAF5EFA-0061-4051-A3DA-25A8649F9E65}" type="pres">
      <dgm:prSet presAssocID="{4DC26E1B-DFDA-4A76-A821-0836B962CFBF}" presName="connectorText" presStyleLbl="sibTrans2D1" presStyleIdx="1" presStyleCnt="5"/>
      <dgm:spPr/>
    </dgm:pt>
    <dgm:pt modelId="{92B0C99A-C8C6-453F-929C-9A3D1E1F2F80}" type="pres">
      <dgm:prSet presAssocID="{A8E3C4A3-3832-44EC-9F57-9E66B9E5526F}" presName="node" presStyleLbl="node1" presStyleIdx="2" presStyleCnt="6" custScaleX="133100" custScaleY="133100">
        <dgm:presLayoutVars>
          <dgm:bulletEnabled val="1"/>
        </dgm:presLayoutVars>
      </dgm:prSet>
      <dgm:spPr/>
    </dgm:pt>
    <dgm:pt modelId="{9D0D5DA5-4DE8-46F2-89D2-3F1F09BD033C}" type="pres">
      <dgm:prSet presAssocID="{8A2812C8-E815-49DC-B329-F1CE34F112EA}" presName="sibTrans" presStyleLbl="sibTrans2D1" presStyleIdx="2" presStyleCnt="5" custScaleX="133100" custScaleY="133100"/>
      <dgm:spPr/>
    </dgm:pt>
    <dgm:pt modelId="{64EDE169-B84F-402E-B344-6AF662FA455C}" type="pres">
      <dgm:prSet presAssocID="{8A2812C8-E815-49DC-B329-F1CE34F112EA}" presName="connectorText" presStyleLbl="sibTrans2D1" presStyleIdx="2" presStyleCnt="5"/>
      <dgm:spPr/>
    </dgm:pt>
    <dgm:pt modelId="{AB2D385A-BFC4-4607-82EA-FEBE390399C2}" type="pres">
      <dgm:prSet presAssocID="{77DB1C2A-B800-4350-ABEF-F184C0C6E7F1}" presName="node" presStyleLbl="node1" presStyleIdx="3" presStyleCnt="6" custScaleX="133100" custScaleY="133100">
        <dgm:presLayoutVars>
          <dgm:bulletEnabled val="1"/>
        </dgm:presLayoutVars>
      </dgm:prSet>
      <dgm:spPr/>
    </dgm:pt>
    <dgm:pt modelId="{11409950-681A-43F9-8836-04EE11D5028D}" type="pres">
      <dgm:prSet presAssocID="{4F9C069C-70A3-4B76-AF3B-1DF9ED96FB2F}" presName="sibTrans" presStyleLbl="sibTrans2D1" presStyleIdx="3" presStyleCnt="5" custScaleX="133100" custScaleY="133100"/>
      <dgm:spPr/>
    </dgm:pt>
    <dgm:pt modelId="{691E2513-7C48-4576-9A6B-29BC1A64DAB0}" type="pres">
      <dgm:prSet presAssocID="{4F9C069C-70A3-4B76-AF3B-1DF9ED96FB2F}" presName="connectorText" presStyleLbl="sibTrans2D1" presStyleIdx="3" presStyleCnt="5"/>
      <dgm:spPr/>
    </dgm:pt>
    <dgm:pt modelId="{47DA1F20-8E82-45E6-9872-F92E3BA6D539}" type="pres">
      <dgm:prSet presAssocID="{04D1BC90-1E67-48BD-AAF6-E263B90C2765}" presName="node" presStyleLbl="node1" presStyleIdx="4" presStyleCnt="6" custScaleX="133100" custScaleY="133100">
        <dgm:presLayoutVars>
          <dgm:bulletEnabled val="1"/>
        </dgm:presLayoutVars>
      </dgm:prSet>
      <dgm:spPr/>
    </dgm:pt>
    <dgm:pt modelId="{291641C7-10C6-4B2D-A87A-3B3A4BE5DD21}" type="pres">
      <dgm:prSet presAssocID="{C21079FC-67C3-4295-A130-0E25B531D7FC}" presName="sibTrans" presStyleLbl="sibTrans2D1" presStyleIdx="4" presStyleCnt="5" custScaleX="133100" custScaleY="133100"/>
      <dgm:spPr/>
    </dgm:pt>
    <dgm:pt modelId="{9A254232-9DC4-4AD9-BABF-CAD251F83B79}" type="pres">
      <dgm:prSet presAssocID="{C21079FC-67C3-4295-A130-0E25B531D7FC}" presName="connectorText" presStyleLbl="sibTrans2D1" presStyleIdx="4" presStyleCnt="5"/>
      <dgm:spPr/>
    </dgm:pt>
    <dgm:pt modelId="{1302D934-D468-496F-953F-DE26ECABB253}" type="pres">
      <dgm:prSet presAssocID="{19546330-45D9-4C23-88B3-01442AEDB9DD}" presName="node" presStyleLbl="node1" presStyleIdx="5" presStyleCnt="6" custScaleX="133100" custScaleY="133100">
        <dgm:presLayoutVars>
          <dgm:bulletEnabled val="1"/>
        </dgm:presLayoutVars>
      </dgm:prSet>
      <dgm:spPr/>
    </dgm:pt>
  </dgm:ptLst>
  <dgm:cxnLst>
    <dgm:cxn modelId="{4259C400-334E-4E0C-9887-936106C14FED}" type="presOf" srcId="{4F9C069C-70A3-4B76-AF3B-1DF9ED96FB2F}" destId="{11409950-681A-43F9-8836-04EE11D5028D}" srcOrd="0" destOrd="0" presId="urn:microsoft.com/office/officeart/2005/8/layout/process2"/>
    <dgm:cxn modelId="{B41FD702-D702-47F8-9FDB-D6505BEE28D2}" srcId="{6B70C726-B256-48F4-B8FD-8EE551E3DDEE}" destId="{19546330-45D9-4C23-88B3-01442AEDB9DD}" srcOrd="5" destOrd="0" parTransId="{B437B8FF-891F-418D-862F-18277A74D055}" sibTransId="{E5D6F7F1-9CFD-461F-86A8-BDD545EB7D25}"/>
    <dgm:cxn modelId="{549A0E13-7810-43D5-8E35-C516F1E1B555}" type="presOf" srcId="{8A2812C8-E815-49DC-B329-F1CE34F112EA}" destId="{9D0D5DA5-4DE8-46F2-89D2-3F1F09BD033C}" srcOrd="0" destOrd="0" presId="urn:microsoft.com/office/officeart/2005/8/layout/process2"/>
    <dgm:cxn modelId="{50E0D261-6CF0-475A-B797-3C9E946EE8AB}" srcId="{6B70C726-B256-48F4-B8FD-8EE551E3DDEE}" destId="{04D1BC90-1E67-48BD-AAF6-E263B90C2765}" srcOrd="4" destOrd="0" parTransId="{CB6C3AB8-0F57-4946-9BB6-3A4AD86C4849}" sibTransId="{C21079FC-67C3-4295-A130-0E25B531D7FC}"/>
    <dgm:cxn modelId="{C368D442-0B17-4250-9391-32D2D0629658}" type="presOf" srcId="{C5E5D9E5-5C98-4813-B6BF-77EC126A1F63}" destId="{1D4956C4-9D64-46B3-BB3F-106A00EBCDB5}" srcOrd="0" destOrd="0" presId="urn:microsoft.com/office/officeart/2005/8/layout/process2"/>
    <dgm:cxn modelId="{14FF8B6A-8DC2-4C34-AB78-D7D53DB75608}" type="presOf" srcId="{C21079FC-67C3-4295-A130-0E25B531D7FC}" destId="{9A254232-9DC4-4AD9-BABF-CAD251F83B79}" srcOrd="1" destOrd="0" presId="urn:microsoft.com/office/officeart/2005/8/layout/process2"/>
    <dgm:cxn modelId="{EEF82A80-2E6B-4719-98A4-5DC6650A8AA3}" type="presOf" srcId="{4DC26E1B-DFDA-4A76-A821-0836B962CFBF}" destId="{BFAF5EFA-0061-4051-A3DA-25A8649F9E65}" srcOrd="1" destOrd="0" presId="urn:microsoft.com/office/officeart/2005/8/layout/process2"/>
    <dgm:cxn modelId="{43FC9580-25E4-4E8B-A369-A54B8D2FC33A}" type="presOf" srcId="{4F9C069C-70A3-4B76-AF3B-1DF9ED96FB2F}" destId="{691E2513-7C48-4576-9A6B-29BC1A64DAB0}" srcOrd="1" destOrd="0" presId="urn:microsoft.com/office/officeart/2005/8/layout/process2"/>
    <dgm:cxn modelId="{1D9AD883-9110-4FC1-9597-47CF9FC7603F}" type="presOf" srcId="{C21079FC-67C3-4295-A130-0E25B531D7FC}" destId="{291641C7-10C6-4B2D-A87A-3B3A4BE5DD21}" srcOrd="0" destOrd="0" presId="urn:microsoft.com/office/officeart/2005/8/layout/process2"/>
    <dgm:cxn modelId="{7290B48A-CF54-4183-B1BB-0684220EE4E8}" srcId="{6B70C726-B256-48F4-B8FD-8EE551E3DDEE}" destId="{A8E3C4A3-3832-44EC-9F57-9E66B9E5526F}" srcOrd="2" destOrd="0" parTransId="{C9E39041-531D-4E40-996B-F9C2449FA675}" sibTransId="{8A2812C8-E815-49DC-B329-F1CE34F112EA}"/>
    <dgm:cxn modelId="{A0043D92-8896-4128-BC10-AE5D37F9445E}" type="presOf" srcId="{C6866D5A-D825-4919-B982-CC5FB346400E}" destId="{977D46B1-104B-48CF-813E-5192A6227083}" srcOrd="0" destOrd="0" presId="urn:microsoft.com/office/officeart/2005/8/layout/process2"/>
    <dgm:cxn modelId="{214EE597-6FDE-4724-A01D-E7347BC094EC}" type="presOf" srcId="{6B70C726-B256-48F4-B8FD-8EE551E3DDEE}" destId="{09D7CB0B-B18A-4568-8E0D-5A72224F2D6B}" srcOrd="0" destOrd="0" presId="urn:microsoft.com/office/officeart/2005/8/layout/process2"/>
    <dgm:cxn modelId="{18481C98-5B9C-4A30-9158-0D9377F5731A}" type="presOf" srcId="{A8E3C4A3-3832-44EC-9F57-9E66B9E5526F}" destId="{92B0C99A-C8C6-453F-929C-9A3D1E1F2F80}" srcOrd="0" destOrd="0" presId="urn:microsoft.com/office/officeart/2005/8/layout/process2"/>
    <dgm:cxn modelId="{1581E09D-DD3C-481B-B96D-E48745829BB8}" srcId="{6B70C726-B256-48F4-B8FD-8EE551E3DDEE}" destId="{C6866D5A-D825-4919-B982-CC5FB346400E}" srcOrd="0" destOrd="0" parTransId="{B3418BEF-3B1D-43C5-B661-501BD30809A8}" sibTransId="{C5E5D9E5-5C98-4813-B6BF-77EC126A1F63}"/>
    <dgm:cxn modelId="{FD183AA1-6823-45AD-823B-CB79AC22D8B0}" type="presOf" srcId="{77DB1C2A-B800-4350-ABEF-F184C0C6E7F1}" destId="{AB2D385A-BFC4-4607-82EA-FEBE390399C2}" srcOrd="0" destOrd="0" presId="urn:microsoft.com/office/officeart/2005/8/layout/process2"/>
    <dgm:cxn modelId="{13ADCBA5-7BFD-4312-829D-61E7764198A0}" type="presOf" srcId="{19546330-45D9-4C23-88B3-01442AEDB9DD}" destId="{1302D934-D468-496F-953F-DE26ECABB253}" srcOrd="0" destOrd="0" presId="urn:microsoft.com/office/officeart/2005/8/layout/process2"/>
    <dgm:cxn modelId="{162623B1-9572-4111-A89B-C777FA826AB8}" srcId="{6B70C726-B256-48F4-B8FD-8EE551E3DDEE}" destId="{77DB1C2A-B800-4350-ABEF-F184C0C6E7F1}" srcOrd="3" destOrd="0" parTransId="{A7386559-39E7-4EAB-A54F-04E9C14C686B}" sibTransId="{4F9C069C-70A3-4B76-AF3B-1DF9ED96FB2F}"/>
    <dgm:cxn modelId="{8CC2BEBD-19EC-4A0A-BC86-6F93C3510AF3}" type="presOf" srcId="{04D1BC90-1E67-48BD-AAF6-E263B90C2765}" destId="{47DA1F20-8E82-45E6-9872-F92E3BA6D539}" srcOrd="0" destOrd="0" presId="urn:microsoft.com/office/officeart/2005/8/layout/process2"/>
    <dgm:cxn modelId="{B5DF76C9-DA8B-4C48-BDB4-AEFB203B4D50}" type="presOf" srcId="{4DC26E1B-DFDA-4A76-A821-0836B962CFBF}" destId="{4E646B70-3CFC-47A2-9D4F-03D66C2F0155}" srcOrd="0" destOrd="0" presId="urn:microsoft.com/office/officeart/2005/8/layout/process2"/>
    <dgm:cxn modelId="{BE0278DA-D2C0-4166-B01F-11F61EF80FEE}" srcId="{6B70C726-B256-48F4-B8FD-8EE551E3DDEE}" destId="{9EF9E778-E44B-4629-B0F7-09F0040D4346}" srcOrd="1" destOrd="0" parTransId="{4832E96B-A1BA-41FA-9F03-6A9840F3420C}" sibTransId="{4DC26E1B-DFDA-4A76-A821-0836B962CFBF}"/>
    <dgm:cxn modelId="{33CF0DE8-A439-4F99-AFDF-B3F16A48B6A3}" type="presOf" srcId="{C5E5D9E5-5C98-4813-B6BF-77EC126A1F63}" destId="{75D968F3-501F-463D-8A75-B9ADF5C8EE01}" srcOrd="1" destOrd="0" presId="urn:microsoft.com/office/officeart/2005/8/layout/process2"/>
    <dgm:cxn modelId="{0448ACF5-DEE9-4419-B596-0549548B90BF}" type="presOf" srcId="{8A2812C8-E815-49DC-B329-F1CE34F112EA}" destId="{64EDE169-B84F-402E-B344-6AF662FA455C}" srcOrd="1" destOrd="0" presId="urn:microsoft.com/office/officeart/2005/8/layout/process2"/>
    <dgm:cxn modelId="{97F7D6F8-DEA2-4F49-9486-19AC61FC8973}" type="presOf" srcId="{9EF9E778-E44B-4629-B0F7-09F0040D4346}" destId="{2641BAFA-062A-4B83-813E-B3215666BEC9}" srcOrd="0" destOrd="0" presId="urn:microsoft.com/office/officeart/2005/8/layout/process2"/>
    <dgm:cxn modelId="{14CEA12C-911F-4376-A7AC-1AFD74AD56BA}" type="presParOf" srcId="{09D7CB0B-B18A-4568-8E0D-5A72224F2D6B}" destId="{977D46B1-104B-48CF-813E-5192A6227083}" srcOrd="0" destOrd="0" presId="urn:microsoft.com/office/officeart/2005/8/layout/process2"/>
    <dgm:cxn modelId="{506E12F9-CA0F-4F17-8B5C-B58ACFAEB85F}" type="presParOf" srcId="{09D7CB0B-B18A-4568-8E0D-5A72224F2D6B}" destId="{1D4956C4-9D64-46B3-BB3F-106A00EBCDB5}" srcOrd="1" destOrd="0" presId="urn:microsoft.com/office/officeart/2005/8/layout/process2"/>
    <dgm:cxn modelId="{A9E0C62C-1AF0-4B6F-ABC5-E6714B353251}" type="presParOf" srcId="{1D4956C4-9D64-46B3-BB3F-106A00EBCDB5}" destId="{75D968F3-501F-463D-8A75-B9ADF5C8EE01}" srcOrd="0" destOrd="0" presId="urn:microsoft.com/office/officeart/2005/8/layout/process2"/>
    <dgm:cxn modelId="{4AB3A7D4-6085-4757-B9CA-FB9074157ECB}" type="presParOf" srcId="{09D7CB0B-B18A-4568-8E0D-5A72224F2D6B}" destId="{2641BAFA-062A-4B83-813E-B3215666BEC9}" srcOrd="2" destOrd="0" presId="urn:microsoft.com/office/officeart/2005/8/layout/process2"/>
    <dgm:cxn modelId="{27F8453C-E8FA-4F91-B170-313ABEEC394F}" type="presParOf" srcId="{09D7CB0B-B18A-4568-8E0D-5A72224F2D6B}" destId="{4E646B70-3CFC-47A2-9D4F-03D66C2F0155}" srcOrd="3" destOrd="0" presId="urn:microsoft.com/office/officeart/2005/8/layout/process2"/>
    <dgm:cxn modelId="{579B4BB7-71AC-4986-B387-8CD7D66F8FD4}" type="presParOf" srcId="{4E646B70-3CFC-47A2-9D4F-03D66C2F0155}" destId="{BFAF5EFA-0061-4051-A3DA-25A8649F9E65}" srcOrd="0" destOrd="0" presId="urn:microsoft.com/office/officeart/2005/8/layout/process2"/>
    <dgm:cxn modelId="{8D0792F2-7E1C-474B-8F26-F2C3BC322991}" type="presParOf" srcId="{09D7CB0B-B18A-4568-8E0D-5A72224F2D6B}" destId="{92B0C99A-C8C6-453F-929C-9A3D1E1F2F80}" srcOrd="4" destOrd="0" presId="urn:microsoft.com/office/officeart/2005/8/layout/process2"/>
    <dgm:cxn modelId="{E9CFD4DA-1A91-47C7-96DE-4A2635A0A075}" type="presParOf" srcId="{09D7CB0B-B18A-4568-8E0D-5A72224F2D6B}" destId="{9D0D5DA5-4DE8-46F2-89D2-3F1F09BD033C}" srcOrd="5" destOrd="0" presId="urn:microsoft.com/office/officeart/2005/8/layout/process2"/>
    <dgm:cxn modelId="{7A4E130A-1F66-49BB-B09C-2E53082FFCB0}" type="presParOf" srcId="{9D0D5DA5-4DE8-46F2-89D2-3F1F09BD033C}" destId="{64EDE169-B84F-402E-B344-6AF662FA455C}" srcOrd="0" destOrd="0" presId="urn:microsoft.com/office/officeart/2005/8/layout/process2"/>
    <dgm:cxn modelId="{ED77369D-8B77-4A29-BE6C-8E26DAAE198D}" type="presParOf" srcId="{09D7CB0B-B18A-4568-8E0D-5A72224F2D6B}" destId="{AB2D385A-BFC4-4607-82EA-FEBE390399C2}" srcOrd="6" destOrd="0" presId="urn:microsoft.com/office/officeart/2005/8/layout/process2"/>
    <dgm:cxn modelId="{C4D64093-E2CA-4260-9F12-778F66A52028}" type="presParOf" srcId="{09D7CB0B-B18A-4568-8E0D-5A72224F2D6B}" destId="{11409950-681A-43F9-8836-04EE11D5028D}" srcOrd="7" destOrd="0" presId="urn:microsoft.com/office/officeart/2005/8/layout/process2"/>
    <dgm:cxn modelId="{30D25B58-4FE5-493B-92AF-B41B3E2633DF}" type="presParOf" srcId="{11409950-681A-43F9-8836-04EE11D5028D}" destId="{691E2513-7C48-4576-9A6B-29BC1A64DAB0}" srcOrd="0" destOrd="0" presId="urn:microsoft.com/office/officeart/2005/8/layout/process2"/>
    <dgm:cxn modelId="{F0BEF22C-40A3-475E-8CCE-37E092DAAE2A}" type="presParOf" srcId="{09D7CB0B-B18A-4568-8E0D-5A72224F2D6B}" destId="{47DA1F20-8E82-45E6-9872-F92E3BA6D539}" srcOrd="8" destOrd="0" presId="urn:microsoft.com/office/officeart/2005/8/layout/process2"/>
    <dgm:cxn modelId="{8424E43C-AC10-46B7-AB97-6C35398C8E34}" type="presParOf" srcId="{09D7CB0B-B18A-4568-8E0D-5A72224F2D6B}" destId="{291641C7-10C6-4B2D-A87A-3B3A4BE5DD21}" srcOrd="9" destOrd="0" presId="urn:microsoft.com/office/officeart/2005/8/layout/process2"/>
    <dgm:cxn modelId="{CEC2ED1D-676E-461B-9894-0E3F0F6EB7C1}" type="presParOf" srcId="{291641C7-10C6-4B2D-A87A-3B3A4BE5DD21}" destId="{9A254232-9DC4-4AD9-BABF-CAD251F83B79}" srcOrd="0" destOrd="0" presId="urn:microsoft.com/office/officeart/2005/8/layout/process2"/>
    <dgm:cxn modelId="{8092CB4A-F493-4135-BBA9-3E980B181B18}" type="presParOf" srcId="{09D7CB0B-B18A-4568-8E0D-5A72224F2D6B}" destId="{1302D934-D468-496F-953F-DE26ECABB253}" srcOrd="10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graphics/data4.xml><?xml version="1.0" encoding="utf-8"?>
<dgm:dataModel xmlns:dgm="http://schemas.openxmlformats.org/drawingml/2006/diagram" xmlns:a="http://schemas.openxmlformats.org/drawingml/2006/main">
  <dgm:ptLst>
    <dgm:pt modelId="{1A5D767E-4A34-4254-9915-499D98810D7F}" type="doc">
      <dgm:prSet loTypeId="urn:microsoft.com/office/officeart/2008/layout/HorizontalMultiLevelHierarchy" loCatId="hierarchy" qsTypeId="urn:microsoft.com/office/officeart/2005/8/quickstyle/simple1#4" qsCatId="simple" csTypeId="urn:microsoft.com/office/officeart/2005/8/colors/accent1_2#3" csCatId="accent1" phldr="1"/>
      <dgm:spPr/>
      <dgm:t>
        <a:bodyPr/>
        <a:lstStyle/>
        <a:p>
          <a:endParaRPr lang="en-IN"/>
        </a:p>
      </dgm:t>
    </dgm:pt>
    <dgm:pt modelId="{373AFCC9-0802-40CC-A617-7F998F93652B}">
      <dgm:prSet phldrT="[Text]" custT="1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 w="38100"/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>
            <a:buNone/>
          </a:pPr>
          <a:r>
            <a:rPr lang="en-IN" sz="4000" dirty="0">
              <a:solidFill>
                <a:schemeClr val="accent5">
                  <a:lumMod val="75000"/>
                </a:schemeClr>
              </a:solidFill>
            </a:rPr>
            <a:t>State</a:t>
          </a:r>
        </a:p>
      </dgm:t>
    </dgm:pt>
    <dgm:pt modelId="{60FCFEC8-3D64-4329-8AED-791C46998E29}" type="parTrans" cxnId="{6AEC3E40-8CEE-4BE1-B8D7-C5B5E4617237}">
      <dgm:prSet/>
      <dgm:spPr/>
      <dgm:t>
        <a:bodyPr/>
        <a:lstStyle/>
        <a:p>
          <a:endParaRPr lang="en-IN"/>
        </a:p>
      </dgm:t>
    </dgm:pt>
    <dgm:pt modelId="{BAE83808-6C77-4A5E-8849-BBBCDA3D438A}" type="sibTrans" cxnId="{6AEC3E40-8CEE-4BE1-B8D7-C5B5E4617237}">
      <dgm:prSet/>
      <dgm:spPr/>
      <dgm:t>
        <a:bodyPr/>
        <a:lstStyle/>
        <a:p>
          <a:endParaRPr lang="en-IN"/>
        </a:p>
      </dgm:t>
    </dgm:pt>
    <dgm:pt modelId="{BB56B4D2-F933-4A7F-9437-BDB0FA7B38B8}">
      <dgm:prSet phldrT="[Text]" custT="1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 w="38100"/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r>
            <a:rPr lang="en-IN" sz="2400" dirty="0">
              <a:solidFill>
                <a:schemeClr val="accent5">
                  <a:lumMod val="75000"/>
                </a:schemeClr>
              </a:solidFill>
            </a:rPr>
            <a:t>Eligible</a:t>
          </a:r>
        </a:p>
        <a:p>
          <a:r>
            <a:rPr lang="en-IN" sz="1800" dirty="0">
              <a:solidFill>
                <a:schemeClr val="accent3">
                  <a:lumMod val="50000"/>
                </a:schemeClr>
              </a:solidFill>
            </a:rPr>
            <a:t>Rank with evidence</a:t>
          </a:r>
        </a:p>
      </dgm:t>
    </dgm:pt>
    <dgm:pt modelId="{F8124C18-07AC-42E7-B36C-789B9446C460}" type="parTrans" cxnId="{3568571B-58AF-48E4-9561-6E9DE3289496}">
      <dgm:prSet custT="1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 w="38100"/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endParaRPr lang="en-IN" sz="2000">
            <a:solidFill>
              <a:schemeClr val="accent5">
                <a:lumMod val="75000"/>
              </a:schemeClr>
            </a:solidFill>
          </a:endParaRPr>
        </a:p>
      </dgm:t>
    </dgm:pt>
    <dgm:pt modelId="{880C9ACF-ECEB-4432-A134-4FFC39868012}" type="sibTrans" cxnId="{3568571B-58AF-48E4-9561-6E9DE3289496}">
      <dgm:prSet/>
      <dgm:spPr/>
      <dgm:t>
        <a:bodyPr/>
        <a:lstStyle/>
        <a:p>
          <a:endParaRPr lang="en-IN"/>
        </a:p>
      </dgm:t>
    </dgm:pt>
    <dgm:pt modelId="{5385B57A-681B-494B-8CDF-36D8BF8676AB}">
      <dgm:prSet phldrT="[Text]" custT="1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 w="38100"/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r>
            <a:rPr lang="en-IN" sz="2400" dirty="0">
              <a:solidFill>
                <a:schemeClr val="accent5">
                  <a:lumMod val="75000"/>
                </a:schemeClr>
              </a:solidFill>
            </a:rPr>
            <a:t>Needs Review</a:t>
          </a:r>
        </a:p>
        <a:p>
          <a:r>
            <a:rPr lang="en-IN" sz="1800" dirty="0">
              <a:solidFill>
                <a:schemeClr val="accent3">
                  <a:lumMod val="50000"/>
                </a:schemeClr>
              </a:solidFill>
            </a:rPr>
            <a:t>Missing or stale evidence</a:t>
          </a:r>
        </a:p>
      </dgm:t>
    </dgm:pt>
    <dgm:pt modelId="{FF1612C8-87F3-4C31-98EE-A670EC6FB6E0}" type="parTrans" cxnId="{5DADEDDE-DDBB-4937-A0F0-AD81ADC42914}">
      <dgm:prSet custT="1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 w="38100"/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endParaRPr lang="en-IN" sz="2000">
            <a:solidFill>
              <a:schemeClr val="accent5">
                <a:lumMod val="75000"/>
              </a:schemeClr>
            </a:solidFill>
          </a:endParaRPr>
        </a:p>
      </dgm:t>
    </dgm:pt>
    <dgm:pt modelId="{14A6F76B-EEB0-4B04-B8C1-43CFCC5E8225}" type="sibTrans" cxnId="{5DADEDDE-DDBB-4937-A0F0-AD81ADC42914}">
      <dgm:prSet/>
      <dgm:spPr/>
      <dgm:t>
        <a:bodyPr/>
        <a:lstStyle/>
        <a:p>
          <a:endParaRPr lang="en-IN"/>
        </a:p>
      </dgm:t>
    </dgm:pt>
    <dgm:pt modelId="{B69F090E-7A77-4686-B20C-75F09489BBC8}">
      <dgm:prSet phldrT="[Text]" custT="1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 w="38100"/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r>
            <a:rPr lang="en-IN" sz="2400" dirty="0">
              <a:solidFill>
                <a:schemeClr val="accent5">
                  <a:lumMod val="75000"/>
                </a:schemeClr>
              </a:solidFill>
            </a:rPr>
            <a:t>Excluded</a:t>
          </a:r>
        </a:p>
        <a:p>
          <a:r>
            <a:rPr lang="en-GB" sz="1800" dirty="0">
              <a:solidFill>
                <a:schemeClr val="accent3">
                  <a:lumMod val="50000"/>
                </a:schemeClr>
              </a:solidFill>
            </a:rPr>
            <a:t>Mandatory limit failed</a:t>
          </a:r>
          <a:endParaRPr lang="en-IN" sz="1800" dirty="0">
            <a:solidFill>
              <a:schemeClr val="accent3">
                <a:lumMod val="50000"/>
              </a:schemeClr>
            </a:solidFill>
          </a:endParaRPr>
        </a:p>
      </dgm:t>
    </dgm:pt>
    <dgm:pt modelId="{80000580-DCFF-4C52-AAB5-FB51BF9B310B}" type="parTrans" cxnId="{3A463536-2840-4BE3-8150-6FCFA01462C7}">
      <dgm:prSet custT="1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 w="38100"/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endParaRPr lang="en-IN" sz="2000">
            <a:solidFill>
              <a:schemeClr val="accent5">
                <a:lumMod val="75000"/>
              </a:schemeClr>
            </a:solidFill>
          </a:endParaRPr>
        </a:p>
      </dgm:t>
    </dgm:pt>
    <dgm:pt modelId="{6EAF783A-12C6-4059-B413-98DF80D951CF}" type="sibTrans" cxnId="{3A463536-2840-4BE3-8150-6FCFA01462C7}">
      <dgm:prSet/>
      <dgm:spPr/>
      <dgm:t>
        <a:bodyPr/>
        <a:lstStyle/>
        <a:p>
          <a:endParaRPr lang="en-IN"/>
        </a:p>
      </dgm:t>
    </dgm:pt>
    <dgm:pt modelId="{FF7EC498-FAD8-429A-92C7-9EFF8D919317}" type="pres">
      <dgm:prSet presAssocID="{1A5D767E-4A34-4254-9915-499D98810D7F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062AADC6-DF40-42BA-8B6F-7C260E0AF75F}" type="pres">
      <dgm:prSet presAssocID="{373AFCC9-0802-40CC-A617-7F998F93652B}" presName="root1" presStyleCnt="0"/>
      <dgm:spPr/>
    </dgm:pt>
    <dgm:pt modelId="{33123B59-8B8F-4595-9D34-85AD60C23BDC}" type="pres">
      <dgm:prSet presAssocID="{373AFCC9-0802-40CC-A617-7F998F93652B}" presName="LevelOneTextNode" presStyleLbl="node0" presStyleIdx="0" presStyleCnt="1">
        <dgm:presLayoutVars>
          <dgm:chPref val="3"/>
        </dgm:presLayoutVars>
      </dgm:prSet>
      <dgm:spPr/>
    </dgm:pt>
    <dgm:pt modelId="{022699A5-9B5D-4C89-B834-BBA2D7AA2003}" type="pres">
      <dgm:prSet presAssocID="{373AFCC9-0802-40CC-A617-7F998F93652B}" presName="level2hierChild" presStyleCnt="0"/>
      <dgm:spPr/>
    </dgm:pt>
    <dgm:pt modelId="{13EEBEF3-FEEF-418B-8F29-EC110AA12789}" type="pres">
      <dgm:prSet presAssocID="{F8124C18-07AC-42E7-B36C-789B9446C460}" presName="conn2-1" presStyleLbl="parChTrans1D2" presStyleIdx="0" presStyleCnt="3"/>
      <dgm:spPr/>
    </dgm:pt>
    <dgm:pt modelId="{CF7CA6FB-C940-42EE-8BC2-4F4F48C0CC1C}" type="pres">
      <dgm:prSet presAssocID="{F8124C18-07AC-42E7-B36C-789B9446C460}" presName="connTx" presStyleLbl="parChTrans1D2" presStyleIdx="0" presStyleCnt="3"/>
      <dgm:spPr/>
    </dgm:pt>
    <dgm:pt modelId="{3066D6B1-B01F-4296-BF05-864D4E05F4B3}" type="pres">
      <dgm:prSet presAssocID="{BB56B4D2-F933-4A7F-9437-BDB0FA7B38B8}" presName="root2" presStyleCnt="0"/>
      <dgm:spPr/>
    </dgm:pt>
    <dgm:pt modelId="{8EF450AC-523D-4B8D-BBBC-01CF2C9E431E}" type="pres">
      <dgm:prSet presAssocID="{BB56B4D2-F933-4A7F-9437-BDB0FA7B38B8}" presName="LevelTwoTextNode" presStyleLbl="node2" presStyleIdx="0" presStyleCnt="3">
        <dgm:presLayoutVars>
          <dgm:chPref val="3"/>
        </dgm:presLayoutVars>
      </dgm:prSet>
      <dgm:spPr/>
    </dgm:pt>
    <dgm:pt modelId="{87FD5416-2F0F-4E6F-B660-558475D7799A}" type="pres">
      <dgm:prSet presAssocID="{BB56B4D2-F933-4A7F-9437-BDB0FA7B38B8}" presName="level3hierChild" presStyleCnt="0"/>
      <dgm:spPr/>
    </dgm:pt>
    <dgm:pt modelId="{555417A6-CAA5-4D73-8111-80A02923DBE1}" type="pres">
      <dgm:prSet presAssocID="{FF1612C8-87F3-4C31-98EE-A670EC6FB6E0}" presName="conn2-1" presStyleLbl="parChTrans1D2" presStyleIdx="1" presStyleCnt="3"/>
      <dgm:spPr/>
    </dgm:pt>
    <dgm:pt modelId="{FD93D801-4E9E-42D9-AD45-C641E1940898}" type="pres">
      <dgm:prSet presAssocID="{FF1612C8-87F3-4C31-98EE-A670EC6FB6E0}" presName="connTx" presStyleLbl="parChTrans1D2" presStyleIdx="1" presStyleCnt="3"/>
      <dgm:spPr/>
    </dgm:pt>
    <dgm:pt modelId="{20644190-FDC6-4D6C-A1AF-E9C3388AE2E4}" type="pres">
      <dgm:prSet presAssocID="{5385B57A-681B-494B-8CDF-36D8BF8676AB}" presName="root2" presStyleCnt="0"/>
      <dgm:spPr/>
    </dgm:pt>
    <dgm:pt modelId="{599B1676-3C12-4B0E-B56D-EF1764CFB562}" type="pres">
      <dgm:prSet presAssocID="{5385B57A-681B-494B-8CDF-36D8BF8676AB}" presName="LevelTwoTextNode" presStyleLbl="node2" presStyleIdx="1" presStyleCnt="3">
        <dgm:presLayoutVars>
          <dgm:chPref val="3"/>
        </dgm:presLayoutVars>
      </dgm:prSet>
      <dgm:spPr/>
    </dgm:pt>
    <dgm:pt modelId="{51EFA3A6-7DFB-4DDE-A252-0481B980E85C}" type="pres">
      <dgm:prSet presAssocID="{5385B57A-681B-494B-8CDF-36D8BF8676AB}" presName="level3hierChild" presStyleCnt="0"/>
      <dgm:spPr/>
    </dgm:pt>
    <dgm:pt modelId="{1A1E01F8-0753-41C7-8D44-65A2BBAD62E8}" type="pres">
      <dgm:prSet presAssocID="{80000580-DCFF-4C52-AAB5-FB51BF9B310B}" presName="conn2-1" presStyleLbl="parChTrans1D2" presStyleIdx="2" presStyleCnt="3"/>
      <dgm:spPr/>
    </dgm:pt>
    <dgm:pt modelId="{37A24B88-7D79-4CB6-803F-1B4932337523}" type="pres">
      <dgm:prSet presAssocID="{80000580-DCFF-4C52-AAB5-FB51BF9B310B}" presName="connTx" presStyleLbl="parChTrans1D2" presStyleIdx="2" presStyleCnt="3"/>
      <dgm:spPr/>
    </dgm:pt>
    <dgm:pt modelId="{B82EC9F6-AD80-4D1B-9B14-B9FBE8FC7933}" type="pres">
      <dgm:prSet presAssocID="{B69F090E-7A77-4686-B20C-75F09489BBC8}" presName="root2" presStyleCnt="0"/>
      <dgm:spPr/>
    </dgm:pt>
    <dgm:pt modelId="{4F80ED7A-702B-4FFA-94A4-641D2D1744E6}" type="pres">
      <dgm:prSet presAssocID="{B69F090E-7A77-4686-B20C-75F09489BBC8}" presName="LevelTwoTextNode" presStyleLbl="node2" presStyleIdx="2" presStyleCnt="3">
        <dgm:presLayoutVars>
          <dgm:chPref val="3"/>
        </dgm:presLayoutVars>
      </dgm:prSet>
      <dgm:spPr/>
    </dgm:pt>
    <dgm:pt modelId="{EC1215C0-BB37-42F2-95E9-4413549C8291}" type="pres">
      <dgm:prSet presAssocID="{B69F090E-7A77-4686-B20C-75F09489BBC8}" presName="level3hierChild" presStyleCnt="0"/>
      <dgm:spPr/>
    </dgm:pt>
  </dgm:ptLst>
  <dgm:cxnLst>
    <dgm:cxn modelId="{3568571B-58AF-48E4-9561-6E9DE3289496}" srcId="{373AFCC9-0802-40CC-A617-7F998F93652B}" destId="{BB56B4D2-F933-4A7F-9437-BDB0FA7B38B8}" srcOrd="0" destOrd="0" parTransId="{F8124C18-07AC-42E7-B36C-789B9446C460}" sibTransId="{880C9ACF-ECEB-4432-A134-4FFC39868012}"/>
    <dgm:cxn modelId="{D3DC4D1D-AF9A-45BB-A46A-A70668167FD2}" type="presOf" srcId="{5385B57A-681B-494B-8CDF-36D8BF8676AB}" destId="{599B1676-3C12-4B0E-B56D-EF1764CFB562}" srcOrd="0" destOrd="0" presId="urn:microsoft.com/office/officeart/2008/layout/HorizontalMultiLevelHierarchy"/>
    <dgm:cxn modelId="{3A463536-2840-4BE3-8150-6FCFA01462C7}" srcId="{373AFCC9-0802-40CC-A617-7F998F93652B}" destId="{B69F090E-7A77-4686-B20C-75F09489BBC8}" srcOrd="2" destOrd="0" parTransId="{80000580-DCFF-4C52-AAB5-FB51BF9B310B}" sibTransId="{6EAF783A-12C6-4059-B413-98DF80D951CF}"/>
    <dgm:cxn modelId="{2700873E-FAEA-4933-AA61-43BE099668B1}" type="presOf" srcId="{B69F090E-7A77-4686-B20C-75F09489BBC8}" destId="{4F80ED7A-702B-4FFA-94A4-641D2D1744E6}" srcOrd="0" destOrd="0" presId="urn:microsoft.com/office/officeart/2008/layout/HorizontalMultiLevelHierarchy"/>
    <dgm:cxn modelId="{6AEC3E40-8CEE-4BE1-B8D7-C5B5E4617237}" srcId="{1A5D767E-4A34-4254-9915-499D98810D7F}" destId="{373AFCC9-0802-40CC-A617-7F998F93652B}" srcOrd="0" destOrd="0" parTransId="{60FCFEC8-3D64-4329-8AED-791C46998E29}" sibTransId="{BAE83808-6C77-4A5E-8849-BBBCDA3D438A}"/>
    <dgm:cxn modelId="{FD46A169-13B6-43B5-81E8-F9869CA7C401}" type="presOf" srcId="{373AFCC9-0802-40CC-A617-7F998F93652B}" destId="{33123B59-8B8F-4595-9D34-85AD60C23BDC}" srcOrd="0" destOrd="0" presId="urn:microsoft.com/office/officeart/2008/layout/HorizontalMultiLevelHierarchy"/>
    <dgm:cxn modelId="{0609206B-2490-483D-BA98-351D336F6523}" type="presOf" srcId="{80000580-DCFF-4C52-AAB5-FB51BF9B310B}" destId="{1A1E01F8-0753-41C7-8D44-65A2BBAD62E8}" srcOrd="0" destOrd="0" presId="urn:microsoft.com/office/officeart/2008/layout/HorizontalMultiLevelHierarchy"/>
    <dgm:cxn modelId="{7CC38A6D-2293-427A-98D5-F6EAAD498361}" type="presOf" srcId="{FF1612C8-87F3-4C31-98EE-A670EC6FB6E0}" destId="{555417A6-CAA5-4D73-8111-80A02923DBE1}" srcOrd="0" destOrd="0" presId="urn:microsoft.com/office/officeart/2008/layout/HorizontalMultiLevelHierarchy"/>
    <dgm:cxn modelId="{FCAAC550-C375-4917-B40D-0BDF8007A865}" type="presOf" srcId="{1A5D767E-4A34-4254-9915-499D98810D7F}" destId="{FF7EC498-FAD8-429A-92C7-9EFF8D919317}" srcOrd="0" destOrd="0" presId="urn:microsoft.com/office/officeart/2008/layout/HorizontalMultiLevelHierarchy"/>
    <dgm:cxn modelId="{4720F57D-E93E-4E31-B9A3-2B3085555E0A}" type="presOf" srcId="{F8124C18-07AC-42E7-B36C-789B9446C460}" destId="{CF7CA6FB-C940-42EE-8BC2-4F4F48C0CC1C}" srcOrd="1" destOrd="0" presId="urn:microsoft.com/office/officeart/2008/layout/HorizontalMultiLevelHierarchy"/>
    <dgm:cxn modelId="{FF1A0899-23C2-43AC-8A53-E4824C5E6510}" type="presOf" srcId="{F8124C18-07AC-42E7-B36C-789B9446C460}" destId="{13EEBEF3-FEEF-418B-8F29-EC110AA12789}" srcOrd="0" destOrd="0" presId="urn:microsoft.com/office/officeart/2008/layout/HorizontalMultiLevelHierarchy"/>
    <dgm:cxn modelId="{1C3C69BF-005F-48BC-8A21-A27DF9CFDF79}" type="presOf" srcId="{FF1612C8-87F3-4C31-98EE-A670EC6FB6E0}" destId="{FD93D801-4E9E-42D9-AD45-C641E1940898}" srcOrd="1" destOrd="0" presId="urn:microsoft.com/office/officeart/2008/layout/HorizontalMultiLevelHierarchy"/>
    <dgm:cxn modelId="{3046F1DD-DB21-47AD-A21F-01218BEE0730}" type="presOf" srcId="{80000580-DCFF-4C52-AAB5-FB51BF9B310B}" destId="{37A24B88-7D79-4CB6-803F-1B4932337523}" srcOrd="1" destOrd="0" presId="urn:microsoft.com/office/officeart/2008/layout/HorizontalMultiLevelHierarchy"/>
    <dgm:cxn modelId="{5DADEDDE-DDBB-4937-A0F0-AD81ADC42914}" srcId="{373AFCC9-0802-40CC-A617-7F998F93652B}" destId="{5385B57A-681B-494B-8CDF-36D8BF8676AB}" srcOrd="1" destOrd="0" parTransId="{FF1612C8-87F3-4C31-98EE-A670EC6FB6E0}" sibTransId="{14A6F76B-EEB0-4B04-B8C1-43CFCC5E8225}"/>
    <dgm:cxn modelId="{8D41E4FB-2402-40EC-81CA-EBF7A7FCD921}" type="presOf" srcId="{BB56B4D2-F933-4A7F-9437-BDB0FA7B38B8}" destId="{8EF450AC-523D-4B8D-BBBC-01CF2C9E431E}" srcOrd="0" destOrd="0" presId="urn:microsoft.com/office/officeart/2008/layout/HorizontalMultiLevelHierarchy"/>
    <dgm:cxn modelId="{6CB952A2-EAEF-4773-BC7B-9ED2F7886F51}" type="presParOf" srcId="{FF7EC498-FAD8-429A-92C7-9EFF8D919317}" destId="{062AADC6-DF40-42BA-8B6F-7C260E0AF75F}" srcOrd="0" destOrd="0" presId="urn:microsoft.com/office/officeart/2008/layout/HorizontalMultiLevelHierarchy"/>
    <dgm:cxn modelId="{6C02D2AF-AD7D-4488-94CB-5D1F23162DB1}" type="presParOf" srcId="{062AADC6-DF40-42BA-8B6F-7C260E0AF75F}" destId="{33123B59-8B8F-4595-9D34-85AD60C23BDC}" srcOrd="0" destOrd="0" presId="urn:microsoft.com/office/officeart/2008/layout/HorizontalMultiLevelHierarchy"/>
    <dgm:cxn modelId="{B03AD5BB-0968-4268-814C-63EEBA77F7FF}" type="presParOf" srcId="{062AADC6-DF40-42BA-8B6F-7C260E0AF75F}" destId="{022699A5-9B5D-4C89-B834-BBA2D7AA2003}" srcOrd="1" destOrd="0" presId="urn:microsoft.com/office/officeart/2008/layout/HorizontalMultiLevelHierarchy"/>
    <dgm:cxn modelId="{DC196D90-96A5-46CF-A74F-1D42634040D6}" type="presParOf" srcId="{022699A5-9B5D-4C89-B834-BBA2D7AA2003}" destId="{13EEBEF3-FEEF-418B-8F29-EC110AA12789}" srcOrd="0" destOrd="0" presId="urn:microsoft.com/office/officeart/2008/layout/HorizontalMultiLevelHierarchy"/>
    <dgm:cxn modelId="{438ED0EA-4697-4FF0-8BA2-0103798BEBF6}" type="presParOf" srcId="{13EEBEF3-FEEF-418B-8F29-EC110AA12789}" destId="{CF7CA6FB-C940-42EE-8BC2-4F4F48C0CC1C}" srcOrd="0" destOrd="0" presId="urn:microsoft.com/office/officeart/2008/layout/HorizontalMultiLevelHierarchy"/>
    <dgm:cxn modelId="{7EAC9BFE-0AAE-4B47-81E7-18C0BFA53A13}" type="presParOf" srcId="{022699A5-9B5D-4C89-B834-BBA2D7AA2003}" destId="{3066D6B1-B01F-4296-BF05-864D4E05F4B3}" srcOrd="1" destOrd="0" presId="urn:microsoft.com/office/officeart/2008/layout/HorizontalMultiLevelHierarchy"/>
    <dgm:cxn modelId="{EDDBA223-9672-4326-9A79-1F22098A8E19}" type="presParOf" srcId="{3066D6B1-B01F-4296-BF05-864D4E05F4B3}" destId="{8EF450AC-523D-4B8D-BBBC-01CF2C9E431E}" srcOrd="0" destOrd="0" presId="urn:microsoft.com/office/officeart/2008/layout/HorizontalMultiLevelHierarchy"/>
    <dgm:cxn modelId="{7F6E515C-B480-4D07-AE5F-DA1A0C24743E}" type="presParOf" srcId="{3066D6B1-B01F-4296-BF05-864D4E05F4B3}" destId="{87FD5416-2F0F-4E6F-B660-558475D7799A}" srcOrd="1" destOrd="0" presId="urn:microsoft.com/office/officeart/2008/layout/HorizontalMultiLevelHierarchy"/>
    <dgm:cxn modelId="{027AD840-CC62-409F-A065-A7163A6BF7B3}" type="presParOf" srcId="{022699A5-9B5D-4C89-B834-BBA2D7AA2003}" destId="{555417A6-CAA5-4D73-8111-80A02923DBE1}" srcOrd="2" destOrd="0" presId="urn:microsoft.com/office/officeart/2008/layout/HorizontalMultiLevelHierarchy"/>
    <dgm:cxn modelId="{F2CB7103-F90D-40E1-B8F4-9873CA9892C1}" type="presParOf" srcId="{555417A6-CAA5-4D73-8111-80A02923DBE1}" destId="{FD93D801-4E9E-42D9-AD45-C641E1940898}" srcOrd="0" destOrd="0" presId="urn:microsoft.com/office/officeart/2008/layout/HorizontalMultiLevelHierarchy"/>
    <dgm:cxn modelId="{885F9892-B792-4690-BC5A-37E62FCA4BFC}" type="presParOf" srcId="{022699A5-9B5D-4C89-B834-BBA2D7AA2003}" destId="{20644190-FDC6-4D6C-A1AF-E9C3388AE2E4}" srcOrd="3" destOrd="0" presId="urn:microsoft.com/office/officeart/2008/layout/HorizontalMultiLevelHierarchy"/>
    <dgm:cxn modelId="{870BB590-1B78-483A-87AC-139C72F68B3D}" type="presParOf" srcId="{20644190-FDC6-4D6C-A1AF-E9C3388AE2E4}" destId="{599B1676-3C12-4B0E-B56D-EF1764CFB562}" srcOrd="0" destOrd="0" presId="urn:microsoft.com/office/officeart/2008/layout/HorizontalMultiLevelHierarchy"/>
    <dgm:cxn modelId="{0B51BEC0-F89B-40B4-8168-E80E1B5ADA93}" type="presParOf" srcId="{20644190-FDC6-4D6C-A1AF-E9C3388AE2E4}" destId="{51EFA3A6-7DFB-4DDE-A252-0481B980E85C}" srcOrd="1" destOrd="0" presId="urn:microsoft.com/office/officeart/2008/layout/HorizontalMultiLevelHierarchy"/>
    <dgm:cxn modelId="{FD174761-1927-43CA-A61E-6ED0E9D36530}" type="presParOf" srcId="{022699A5-9B5D-4C89-B834-BBA2D7AA2003}" destId="{1A1E01F8-0753-41C7-8D44-65A2BBAD62E8}" srcOrd="4" destOrd="0" presId="urn:microsoft.com/office/officeart/2008/layout/HorizontalMultiLevelHierarchy"/>
    <dgm:cxn modelId="{43FF8275-4CB9-402F-A8C0-9E4FF6F73BB3}" type="presParOf" srcId="{1A1E01F8-0753-41C7-8D44-65A2BBAD62E8}" destId="{37A24B88-7D79-4CB6-803F-1B4932337523}" srcOrd="0" destOrd="0" presId="urn:microsoft.com/office/officeart/2008/layout/HorizontalMultiLevelHierarchy"/>
    <dgm:cxn modelId="{C601BE12-B939-4DB7-9501-500E4E42A39C}" type="presParOf" srcId="{022699A5-9B5D-4C89-B834-BBA2D7AA2003}" destId="{B82EC9F6-AD80-4D1B-9B14-B9FBE8FC7933}" srcOrd="5" destOrd="0" presId="urn:microsoft.com/office/officeart/2008/layout/HorizontalMultiLevelHierarchy"/>
    <dgm:cxn modelId="{74757E2C-C874-4516-9102-F54921E92790}" type="presParOf" srcId="{B82EC9F6-AD80-4D1B-9B14-B9FBE8FC7933}" destId="{4F80ED7A-702B-4FFA-94A4-641D2D1744E6}" srcOrd="0" destOrd="0" presId="urn:microsoft.com/office/officeart/2008/layout/HorizontalMultiLevelHierarchy"/>
    <dgm:cxn modelId="{B0BA670E-70B2-4B27-83EE-ED2C17E636B0}" type="presParOf" srcId="{B82EC9F6-AD80-4D1B-9B14-B9FBE8FC7933}" destId="{EC1215C0-BB37-42F2-95E9-4413549C8291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graphics/data5.xml><?xml version="1.0" encoding="utf-8"?>
<dgm:dataModel xmlns:dgm="http://schemas.openxmlformats.org/drawingml/2006/diagram" xmlns:a="http://schemas.openxmlformats.org/drawingml/2006/main">
  <dgm:ptLst>
    <dgm:pt modelId="{4D722B65-C6EA-4448-B2E3-7D83A940A5F4}" type="doc">
      <dgm:prSet loTypeId="urn:microsoft.com/office/officeart/2026/layout/TextCardShortLineWide" loCatId="textcard" qsTypeId="urn:microsoft.com/office/officeart/2005/8/quickstyle/simple1#5" qsCatId="simple" csTypeId="urn:microsoft.com/office/officeart/2005/8/colors/accent1_2#4" csCatId="accent1" phldr="1"/>
      <dgm:spPr/>
      <dgm:t>
        <a:bodyPr/>
        <a:lstStyle/>
        <a:p>
          <a:endParaRPr lang="en-IN"/>
        </a:p>
      </dgm:t>
    </dgm:pt>
    <dgm:pt modelId="{0E4D4C2A-9457-4A77-8AE8-6E85476274D0}">
      <dgm:prSet phldrT="Title" custT="1"/>
      <dgm:spPr/>
      <dgm:t>
        <a:bodyPr/>
        <a:lstStyle/>
        <a:p>
          <a:pPr>
            <a:defRPr b="1"/>
          </a:pPr>
          <a:r>
            <a:rPr lang="en-IN" sz="2400" b="1" dirty="0">
              <a:solidFill>
                <a:schemeClr val="accent5">
                  <a:lumMod val="75000"/>
                </a:schemeClr>
              </a:solidFill>
            </a:rPr>
            <a:t>Ranking:</a:t>
          </a:r>
        </a:p>
      </dgm:t>
    </dgm:pt>
    <dgm:pt modelId="{7B259545-925F-43EA-91E0-ED1F1C596CBF}" type="parTrans" cxnId="{1E916B15-D45C-4207-92D6-2C3945965D45}">
      <dgm:prSet/>
      <dgm:spPr/>
      <dgm:t>
        <a:bodyPr/>
        <a:lstStyle/>
        <a:p>
          <a:endParaRPr lang="en-IN"/>
        </a:p>
      </dgm:t>
    </dgm:pt>
    <dgm:pt modelId="{D7E80F58-4389-48B2-93AD-3AD686899783}" type="sibTrans" cxnId="{1E916B15-D45C-4207-92D6-2C3945965D45}">
      <dgm:prSet/>
      <dgm:spPr/>
      <dgm:t>
        <a:bodyPr/>
        <a:lstStyle/>
        <a:p>
          <a:endParaRPr lang="en-IN"/>
        </a:p>
      </dgm:t>
    </dgm:pt>
    <dgm:pt modelId="{8A825813-FDDC-4FF5-94FE-8F6904BD8072}">
      <dgm:prSet phldrT="Description" custT="1"/>
      <dgm:spPr/>
      <dgm:t>
        <a:bodyPr/>
        <a:lstStyle/>
        <a:p>
          <a:r>
            <a:rPr lang="en-IN" sz="2400" b="0" i="0" dirty="0">
              <a:solidFill>
                <a:srgbClr val="0070C0"/>
              </a:solidFill>
            </a:rPr>
            <a:t>Eligible suppliers only: 25% quality + 20% price + 20% delivery + 20% reliability + 15% evidence coverage − 15% risk.</a:t>
          </a:r>
          <a:endParaRPr lang="en-IN" sz="2400" dirty="0">
            <a:solidFill>
              <a:srgbClr val="0070C0"/>
            </a:solidFill>
          </a:endParaRPr>
        </a:p>
      </dgm:t>
    </dgm:pt>
    <dgm:pt modelId="{48897AE3-1292-47FE-8A1D-5E4979D647BA}" type="parTrans" cxnId="{9C8D4BB8-ACB9-4D73-8080-AFC49124A906}">
      <dgm:prSet/>
      <dgm:spPr/>
      <dgm:t>
        <a:bodyPr/>
        <a:lstStyle/>
        <a:p>
          <a:endParaRPr lang="en-IN"/>
        </a:p>
      </dgm:t>
    </dgm:pt>
    <dgm:pt modelId="{F13254BD-2C11-4D91-8C7C-28C8467029F5}" type="sibTrans" cxnId="{9C8D4BB8-ACB9-4D73-8080-AFC49124A906}">
      <dgm:prSet/>
      <dgm:spPr/>
      <dgm:t>
        <a:bodyPr/>
        <a:lstStyle/>
        <a:p>
          <a:endParaRPr lang="en-IN"/>
        </a:p>
      </dgm:t>
    </dgm:pt>
    <dgm:pt modelId="{9E702BEE-EF4C-43EF-B462-D4DA99F1BD46}" type="pres">
      <dgm:prSet presAssocID="{4D722B65-C6EA-4448-B2E3-7D83A940A5F4}" presName="root" presStyleCnt="0">
        <dgm:presLayoutVars>
          <dgm:dir/>
          <dgm:resizeHandles val="exact"/>
        </dgm:presLayoutVars>
      </dgm:prSet>
      <dgm:spPr/>
    </dgm:pt>
    <dgm:pt modelId="{7945CF8B-9819-443B-AED9-51A34D2E8A34}" type="pres">
      <dgm:prSet presAssocID="{0E4D4C2A-9457-4A77-8AE8-6E85476274D0}" presName="compNode" presStyleCnt="0"/>
      <dgm:spPr/>
    </dgm:pt>
    <dgm:pt modelId="{F884638B-CF76-4FA8-9145-81D2EC6D793B}" type="pres">
      <dgm:prSet presAssocID="{0E4D4C2A-9457-4A77-8AE8-6E85476274D0}" presName="accentLine" presStyleLbl="dkBgShp" presStyleIdx="0" presStyleCnt="1"/>
      <dgm:spPr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gm:spPr>
    </dgm:pt>
    <dgm:pt modelId="{7BE99420-FDE5-4F18-8024-5EB6876044CB}" type="pres">
      <dgm:prSet presAssocID="{0E4D4C2A-9457-4A77-8AE8-6E85476274D0}" presName="titleText" presStyleLbl="revTx" presStyleIdx="0" presStyleCnt="2">
        <dgm:presLayoutVars>
          <dgm:chMax val="0"/>
          <dgm:chPref val="0"/>
        </dgm:presLayoutVars>
      </dgm:prSet>
      <dgm:spPr/>
    </dgm:pt>
    <dgm:pt modelId="{5DD122BA-807E-44FF-BBF7-70726B1B29D5}" type="pres">
      <dgm:prSet presAssocID="{0E4D4C2A-9457-4A77-8AE8-6E85476274D0}" presName="bodyText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1E916B15-D45C-4207-92D6-2C3945965D45}" srcId="{4D722B65-C6EA-4448-B2E3-7D83A940A5F4}" destId="{0E4D4C2A-9457-4A77-8AE8-6E85476274D0}" srcOrd="0" destOrd="0" parTransId="{7B259545-925F-43EA-91E0-ED1F1C596CBF}" sibTransId="{D7E80F58-4389-48B2-93AD-3AD686899783}"/>
    <dgm:cxn modelId="{DD7F1E56-4CC2-47CC-AC28-C8CA3C396448}" type="presOf" srcId="{0E4D4C2A-9457-4A77-8AE8-6E85476274D0}" destId="{7BE99420-FDE5-4F18-8024-5EB6876044CB}" srcOrd="0" destOrd="0" presId="urn:microsoft.com/office/officeart/2026/layout/TextCardShortLineWide"/>
    <dgm:cxn modelId="{B0FAC476-34A2-4777-BA3C-065B0EDECE4F}" type="presOf" srcId="{4D722B65-C6EA-4448-B2E3-7D83A940A5F4}" destId="{9E702BEE-EF4C-43EF-B462-D4DA99F1BD46}" srcOrd="0" destOrd="0" presId="urn:microsoft.com/office/officeart/2026/layout/TextCardShortLineWide"/>
    <dgm:cxn modelId="{FF62647C-B73F-4B0A-A539-C440C3E7BB7B}" type="presOf" srcId="{8A825813-FDDC-4FF5-94FE-8F6904BD8072}" destId="{5DD122BA-807E-44FF-BBF7-70726B1B29D5}" srcOrd="0" destOrd="0" presId="urn:microsoft.com/office/officeart/2026/layout/TextCardShortLineWide"/>
    <dgm:cxn modelId="{9C8D4BB8-ACB9-4D73-8080-AFC49124A906}" srcId="{0E4D4C2A-9457-4A77-8AE8-6E85476274D0}" destId="{8A825813-FDDC-4FF5-94FE-8F6904BD8072}" srcOrd="0" destOrd="0" parTransId="{48897AE3-1292-47FE-8A1D-5E4979D647BA}" sibTransId="{F13254BD-2C11-4D91-8C7C-28C8467029F5}"/>
    <dgm:cxn modelId="{E844E4D8-0D64-428A-A086-392552CB5398}" type="presParOf" srcId="{9E702BEE-EF4C-43EF-B462-D4DA99F1BD46}" destId="{7945CF8B-9819-443B-AED9-51A34D2E8A34}" srcOrd="0" destOrd="0" presId="urn:microsoft.com/office/officeart/2026/layout/TextCardShortLineWide"/>
    <dgm:cxn modelId="{A32BA477-8333-4577-87DB-1E39110EAEA9}" type="presParOf" srcId="{7945CF8B-9819-443B-AED9-51A34D2E8A34}" destId="{F884638B-CF76-4FA8-9145-81D2EC6D793B}" srcOrd="0" destOrd="0" presId="urn:microsoft.com/office/officeart/2026/layout/TextCardShortLineWide"/>
    <dgm:cxn modelId="{77E655BA-2A06-4B73-96E5-C0C7EA12A99F}" type="presParOf" srcId="{7945CF8B-9819-443B-AED9-51A34D2E8A34}" destId="{7BE99420-FDE5-4F18-8024-5EB6876044CB}" srcOrd="1" destOrd="0" presId="urn:microsoft.com/office/officeart/2026/layout/TextCardShortLineWide"/>
    <dgm:cxn modelId="{46A68AF8-8961-45A3-8AE3-1A7BA1943444}" type="presParOf" srcId="{7945CF8B-9819-443B-AED9-51A34D2E8A34}" destId="{5DD122BA-807E-44FF-BBF7-70726B1B29D5}" srcOrd="2" destOrd="0" presId="urn:microsoft.com/office/officeart/2026/layout/TextCardShortLineWide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graphics/data6.xml><?xml version="1.0" encoding="utf-8"?>
<dgm:dataModel xmlns:dgm="http://schemas.openxmlformats.org/drawingml/2006/diagram" xmlns:a="http://schemas.openxmlformats.org/drawingml/2006/main">
  <dgm:ptLst>
    <dgm:pt modelId="{576246AE-7729-4AD3-BE87-8ACC6DC21D28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EF9A1116-A0AE-4D31-9910-1F7CF4E99130}">
      <dgm:prSet phldrT="[Text]" custT="1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 w="3810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>
            <a:buNone/>
          </a:pPr>
          <a:r>
            <a:rPr lang="en-IN" sz="1600" b="1" dirty="0">
              <a:solidFill>
                <a:schemeClr val="accent5">
                  <a:lumMod val="75000"/>
                </a:schemeClr>
              </a:solidFill>
            </a:rPr>
            <a:t>New Complaint</a:t>
          </a:r>
        </a:p>
      </dgm:t>
    </dgm:pt>
    <dgm:pt modelId="{E0EF789F-A5EB-49B4-987F-5842ED71BCE0}" type="parTrans" cxnId="{6B9764A4-E8CA-4EBD-A6DF-68404D3AE525}">
      <dgm:prSet/>
      <dgm:spPr/>
      <dgm:t>
        <a:bodyPr/>
        <a:lstStyle/>
        <a:p>
          <a:endParaRPr lang="en-IN"/>
        </a:p>
      </dgm:t>
    </dgm:pt>
    <dgm:pt modelId="{0533AABE-CE81-45BF-8336-6C05D9A4A86B}" type="sibTrans" cxnId="{6B9764A4-E8CA-4EBD-A6DF-68404D3AE525}">
      <dgm:prSet custT="1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 w="3810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endParaRPr lang="en-IN" sz="1600" b="1">
            <a:solidFill>
              <a:schemeClr val="accent5">
                <a:lumMod val="75000"/>
              </a:schemeClr>
            </a:solidFill>
          </a:endParaRPr>
        </a:p>
      </dgm:t>
    </dgm:pt>
    <dgm:pt modelId="{0AF402B5-7492-4DDF-961F-E10DEF601F3F}">
      <dgm:prSet phldrT="[Text]" custT="1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 w="3810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>
            <a:buNone/>
          </a:pPr>
          <a:r>
            <a:rPr lang="en-IN" sz="1600" b="1" dirty="0">
              <a:solidFill>
                <a:schemeClr val="accent5">
                  <a:lumMod val="75000"/>
                </a:schemeClr>
              </a:solidFill>
            </a:rPr>
            <a:t>Evidence Retrieval</a:t>
          </a:r>
        </a:p>
      </dgm:t>
    </dgm:pt>
    <dgm:pt modelId="{C6853197-A36C-479E-8F5A-F8DE6FDA5B70}" type="parTrans" cxnId="{FA1087CF-D345-4ED2-B4D1-2B46F04F48B5}">
      <dgm:prSet/>
      <dgm:spPr/>
      <dgm:t>
        <a:bodyPr/>
        <a:lstStyle/>
        <a:p>
          <a:endParaRPr lang="en-IN"/>
        </a:p>
      </dgm:t>
    </dgm:pt>
    <dgm:pt modelId="{DC409145-4EA7-4F70-A46F-CB820F404E93}" type="sibTrans" cxnId="{FA1087CF-D345-4ED2-B4D1-2B46F04F48B5}">
      <dgm:prSet custT="1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 w="3810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endParaRPr lang="en-IN" sz="1600" b="1">
            <a:solidFill>
              <a:schemeClr val="accent5">
                <a:lumMod val="75000"/>
              </a:schemeClr>
            </a:solidFill>
          </a:endParaRPr>
        </a:p>
      </dgm:t>
    </dgm:pt>
    <dgm:pt modelId="{32A8F01B-6B08-4903-BBC2-3B5D348187EB}">
      <dgm:prSet phldrT="[Text]" custT="1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 w="3810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>
            <a:buNone/>
          </a:pPr>
          <a:r>
            <a:rPr lang="en-IN" sz="1600" b="1" dirty="0">
              <a:solidFill>
                <a:schemeClr val="accent5">
                  <a:lumMod val="75000"/>
                </a:schemeClr>
              </a:solidFill>
            </a:rPr>
            <a:t>Priority Review</a:t>
          </a:r>
        </a:p>
      </dgm:t>
    </dgm:pt>
    <dgm:pt modelId="{FC43E503-7113-4579-9277-1E7060E5D605}" type="parTrans" cxnId="{9AF466BA-F3AB-4A31-9488-F311454D33FC}">
      <dgm:prSet/>
      <dgm:spPr/>
      <dgm:t>
        <a:bodyPr/>
        <a:lstStyle/>
        <a:p>
          <a:endParaRPr lang="en-IN"/>
        </a:p>
      </dgm:t>
    </dgm:pt>
    <dgm:pt modelId="{A37605E2-9CAC-4257-B3CF-67F23EE350CE}" type="sibTrans" cxnId="{9AF466BA-F3AB-4A31-9488-F311454D33FC}">
      <dgm:prSet custT="1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 w="3810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endParaRPr lang="en-IN" sz="1600" b="1">
            <a:solidFill>
              <a:schemeClr val="accent5">
                <a:lumMod val="75000"/>
              </a:schemeClr>
            </a:solidFill>
          </a:endParaRPr>
        </a:p>
      </dgm:t>
    </dgm:pt>
    <dgm:pt modelId="{A358B9CF-DB03-4973-8BA9-D34161DAEC03}">
      <dgm:prSet phldrT="[Text]" custT="1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 w="3810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>
            <a:buNone/>
          </a:pPr>
          <a:r>
            <a:rPr lang="en-IN" sz="1600" b="1" dirty="0">
              <a:solidFill>
                <a:schemeClr val="accent5">
                  <a:lumMod val="75000"/>
                </a:schemeClr>
              </a:solidFill>
            </a:rPr>
            <a:t>Investigation Report</a:t>
          </a:r>
        </a:p>
      </dgm:t>
    </dgm:pt>
    <dgm:pt modelId="{A0988428-D301-469B-AB77-96D978966B3A}" type="parTrans" cxnId="{D5FC2F97-0D7D-4277-B6F6-AFA63F767BB6}">
      <dgm:prSet/>
      <dgm:spPr/>
      <dgm:t>
        <a:bodyPr/>
        <a:lstStyle/>
        <a:p>
          <a:endParaRPr lang="en-IN"/>
        </a:p>
      </dgm:t>
    </dgm:pt>
    <dgm:pt modelId="{405CB42B-8579-4E2D-A2A2-D6DFCD6A05A7}" type="sibTrans" cxnId="{D5FC2F97-0D7D-4277-B6F6-AFA63F767BB6}">
      <dgm:prSet/>
      <dgm:spPr/>
      <dgm:t>
        <a:bodyPr/>
        <a:lstStyle/>
        <a:p>
          <a:endParaRPr lang="en-IN"/>
        </a:p>
      </dgm:t>
    </dgm:pt>
    <dgm:pt modelId="{F82BFC55-E3EC-4C26-8F54-AB96D02E68FA}" type="pres">
      <dgm:prSet presAssocID="{576246AE-7729-4AD3-BE87-8ACC6DC21D28}" presName="Name0" presStyleCnt="0">
        <dgm:presLayoutVars>
          <dgm:dir/>
          <dgm:resizeHandles val="exact"/>
        </dgm:presLayoutVars>
      </dgm:prSet>
      <dgm:spPr/>
    </dgm:pt>
    <dgm:pt modelId="{625F9704-3930-44F7-928D-4DBC38722F9E}" type="pres">
      <dgm:prSet presAssocID="{EF9A1116-A0AE-4D31-9910-1F7CF4E99130}" presName="node" presStyleLbl="node1" presStyleIdx="0" presStyleCnt="4" custScaleX="194872">
        <dgm:presLayoutVars>
          <dgm:bulletEnabled val="1"/>
        </dgm:presLayoutVars>
      </dgm:prSet>
      <dgm:spPr/>
    </dgm:pt>
    <dgm:pt modelId="{A80D544A-FB3A-4816-A546-94052333F686}" type="pres">
      <dgm:prSet presAssocID="{0533AABE-CE81-45BF-8336-6C05D9A4A86B}" presName="sibTrans" presStyleLbl="sibTrans2D1" presStyleIdx="0" presStyleCnt="3" custScaleX="194872" custScaleY="194872"/>
      <dgm:spPr/>
    </dgm:pt>
    <dgm:pt modelId="{D4C5781C-D735-4D5D-B133-07F1AF1A2670}" type="pres">
      <dgm:prSet presAssocID="{0533AABE-CE81-45BF-8336-6C05D9A4A86B}" presName="connectorText" presStyleLbl="sibTrans2D1" presStyleIdx="0" presStyleCnt="3"/>
      <dgm:spPr/>
    </dgm:pt>
    <dgm:pt modelId="{2061DC4F-A1B5-4C77-9DB6-8CAB11B6911F}" type="pres">
      <dgm:prSet presAssocID="{0AF402B5-7492-4DDF-961F-E10DEF601F3F}" presName="node" presStyleLbl="node1" presStyleIdx="1" presStyleCnt="4" custScaleX="194872">
        <dgm:presLayoutVars>
          <dgm:bulletEnabled val="1"/>
        </dgm:presLayoutVars>
      </dgm:prSet>
      <dgm:spPr/>
    </dgm:pt>
    <dgm:pt modelId="{C99CCF89-2B73-4C74-BCEE-FC8344AA8690}" type="pres">
      <dgm:prSet presAssocID="{DC409145-4EA7-4F70-A46F-CB820F404E93}" presName="sibTrans" presStyleLbl="sibTrans2D1" presStyleIdx="1" presStyleCnt="3" custScaleX="194872" custScaleY="194872"/>
      <dgm:spPr/>
    </dgm:pt>
    <dgm:pt modelId="{063D0F7C-3915-4B88-A17F-4DA8CA8D49B5}" type="pres">
      <dgm:prSet presAssocID="{DC409145-4EA7-4F70-A46F-CB820F404E93}" presName="connectorText" presStyleLbl="sibTrans2D1" presStyleIdx="1" presStyleCnt="3"/>
      <dgm:spPr/>
    </dgm:pt>
    <dgm:pt modelId="{103CFD20-5CD2-4386-B2B5-6712B66C7FCC}" type="pres">
      <dgm:prSet presAssocID="{32A8F01B-6B08-4903-BBC2-3B5D348187EB}" presName="node" presStyleLbl="node1" presStyleIdx="2" presStyleCnt="4" custScaleX="194872">
        <dgm:presLayoutVars>
          <dgm:bulletEnabled val="1"/>
        </dgm:presLayoutVars>
      </dgm:prSet>
      <dgm:spPr/>
    </dgm:pt>
    <dgm:pt modelId="{D61DF455-1739-4888-B7FC-C672E70116AF}" type="pres">
      <dgm:prSet presAssocID="{A37605E2-9CAC-4257-B3CF-67F23EE350CE}" presName="sibTrans" presStyleLbl="sibTrans2D1" presStyleIdx="2" presStyleCnt="3" custScaleX="194872" custScaleY="194872"/>
      <dgm:spPr/>
    </dgm:pt>
    <dgm:pt modelId="{8B10360A-A27D-4165-BF75-ED011B9D741A}" type="pres">
      <dgm:prSet presAssocID="{A37605E2-9CAC-4257-B3CF-67F23EE350CE}" presName="connectorText" presStyleLbl="sibTrans2D1" presStyleIdx="2" presStyleCnt="3"/>
      <dgm:spPr/>
    </dgm:pt>
    <dgm:pt modelId="{3372D240-3B1D-4E22-BF3D-61055E0D1A45}" type="pres">
      <dgm:prSet presAssocID="{A358B9CF-DB03-4973-8BA9-D34161DAEC03}" presName="node" presStyleLbl="node1" presStyleIdx="3" presStyleCnt="4" custScaleX="194872">
        <dgm:presLayoutVars>
          <dgm:bulletEnabled val="1"/>
        </dgm:presLayoutVars>
      </dgm:prSet>
      <dgm:spPr/>
    </dgm:pt>
  </dgm:ptLst>
  <dgm:cxnLst>
    <dgm:cxn modelId="{E7B4EE00-7890-4EC3-84B9-0E502C2916E0}" type="presOf" srcId="{0533AABE-CE81-45BF-8336-6C05D9A4A86B}" destId="{A80D544A-FB3A-4816-A546-94052333F686}" srcOrd="0" destOrd="0" presId="urn:microsoft.com/office/officeart/2005/8/layout/process1"/>
    <dgm:cxn modelId="{1E692706-8C29-4156-9082-63E0C525782F}" type="presOf" srcId="{32A8F01B-6B08-4903-BBC2-3B5D348187EB}" destId="{103CFD20-5CD2-4386-B2B5-6712B66C7FCC}" srcOrd="0" destOrd="0" presId="urn:microsoft.com/office/officeart/2005/8/layout/process1"/>
    <dgm:cxn modelId="{B1825707-62F4-441F-BF50-4E86E47DC8D8}" type="presOf" srcId="{EF9A1116-A0AE-4D31-9910-1F7CF4E99130}" destId="{625F9704-3930-44F7-928D-4DBC38722F9E}" srcOrd="0" destOrd="0" presId="urn:microsoft.com/office/officeart/2005/8/layout/process1"/>
    <dgm:cxn modelId="{95E14938-55FA-4457-BBFF-C9640B33BCBD}" type="presOf" srcId="{DC409145-4EA7-4F70-A46F-CB820F404E93}" destId="{063D0F7C-3915-4B88-A17F-4DA8CA8D49B5}" srcOrd="1" destOrd="0" presId="urn:microsoft.com/office/officeart/2005/8/layout/process1"/>
    <dgm:cxn modelId="{FE54DC46-0CCA-461B-837B-DD47DCA2A333}" type="presOf" srcId="{A37605E2-9CAC-4257-B3CF-67F23EE350CE}" destId="{8B10360A-A27D-4165-BF75-ED011B9D741A}" srcOrd="1" destOrd="0" presId="urn:microsoft.com/office/officeart/2005/8/layout/process1"/>
    <dgm:cxn modelId="{446D2A69-4FEA-477A-8CCE-0FA8FF49E387}" type="presOf" srcId="{A37605E2-9CAC-4257-B3CF-67F23EE350CE}" destId="{D61DF455-1739-4888-B7FC-C672E70116AF}" srcOrd="0" destOrd="0" presId="urn:microsoft.com/office/officeart/2005/8/layout/process1"/>
    <dgm:cxn modelId="{C081756A-379C-44EC-8E78-46567059C0F9}" type="presOf" srcId="{0AF402B5-7492-4DDF-961F-E10DEF601F3F}" destId="{2061DC4F-A1B5-4C77-9DB6-8CAB11B6911F}" srcOrd="0" destOrd="0" presId="urn:microsoft.com/office/officeart/2005/8/layout/process1"/>
    <dgm:cxn modelId="{D5FC2F97-0D7D-4277-B6F6-AFA63F767BB6}" srcId="{576246AE-7729-4AD3-BE87-8ACC6DC21D28}" destId="{A358B9CF-DB03-4973-8BA9-D34161DAEC03}" srcOrd="3" destOrd="0" parTransId="{A0988428-D301-469B-AB77-96D978966B3A}" sibTransId="{405CB42B-8579-4E2D-A2A2-D6DFCD6A05A7}"/>
    <dgm:cxn modelId="{7B35EE9C-7E0B-4EAC-B62C-0FF0EA0C2045}" type="presOf" srcId="{A358B9CF-DB03-4973-8BA9-D34161DAEC03}" destId="{3372D240-3B1D-4E22-BF3D-61055E0D1A45}" srcOrd="0" destOrd="0" presId="urn:microsoft.com/office/officeart/2005/8/layout/process1"/>
    <dgm:cxn modelId="{6B9764A4-E8CA-4EBD-A6DF-68404D3AE525}" srcId="{576246AE-7729-4AD3-BE87-8ACC6DC21D28}" destId="{EF9A1116-A0AE-4D31-9910-1F7CF4E99130}" srcOrd="0" destOrd="0" parTransId="{E0EF789F-A5EB-49B4-987F-5842ED71BCE0}" sibTransId="{0533AABE-CE81-45BF-8336-6C05D9A4A86B}"/>
    <dgm:cxn modelId="{9218D8AA-EE4B-4A5F-9836-F909FF4484ED}" type="presOf" srcId="{DC409145-4EA7-4F70-A46F-CB820F404E93}" destId="{C99CCF89-2B73-4C74-BCEE-FC8344AA8690}" srcOrd="0" destOrd="0" presId="urn:microsoft.com/office/officeart/2005/8/layout/process1"/>
    <dgm:cxn modelId="{A874F1AD-0CA8-474B-AD14-C789FD161812}" type="presOf" srcId="{0533AABE-CE81-45BF-8336-6C05D9A4A86B}" destId="{D4C5781C-D735-4D5D-B133-07F1AF1A2670}" srcOrd="1" destOrd="0" presId="urn:microsoft.com/office/officeart/2005/8/layout/process1"/>
    <dgm:cxn modelId="{9AF466BA-F3AB-4A31-9488-F311454D33FC}" srcId="{576246AE-7729-4AD3-BE87-8ACC6DC21D28}" destId="{32A8F01B-6B08-4903-BBC2-3B5D348187EB}" srcOrd="2" destOrd="0" parTransId="{FC43E503-7113-4579-9277-1E7060E5D605}" sibTransId="{A37605E2-9CAC-4257-B3CF-67F23EE350CE}"/>
    <dgm:cxn modelId="{FA1087CF-D345-4ED2-B4D1-2B46F04F48B5}" srcId="{576246AE-7729-4AD3-BE87-8ACC6DC21D28}" destId="{0AF402B5-7492-4DDF-961F-E10DEF601F3F}" srcOrd="1" destOrd="0" parTransId="{C6853197-A36C-479E-8F5A-F8DE6FDA5B70}" sibTransId="{DC409145-4EA7-4F70-A46F-CB820F404E93}"/>
    <dgm:cxn modelId="{159FF2FF-3371-4A29-BF6D-FA409E320A09}" type="presOf" srcId="{576246AE-7729-4AD3-BE87-8ACC6DC21D28}" destId="{F82BFC55-E3EC-4C26-8F54-AB96D02E68FA}" srcOrd="0" destOrd="0" presId="urn:microsoft.com/office/officeart/2005/8/layout/process1"/>
    <dgm:cxn modelId="{D788BA0F-CF2F-4053-850A-EF3CA047B809}" type="presParOf" srcId="{F82BFC55-E3EC-4C26-8F54-AB96D02E68FA}" destId="{625F9704-3930-44F7-928D-4DBC38722F9E}" srcOrd="0" destOrd="0" presId="urn:microsoft.com/office/officeart/2005/8/layout/process1"/>
    <dgm:cxn modelId="{7B67B930-EC0D-4CFF-ADDC-5C7B7D2AD77A}" type="presParOf" srcId="{F82BFC55-E3EC-4C26-8F54-AB96D02E68FA}" destId="{A80D544A-FB3A-4816-A546-94052333F686}" srcOrd="1" destOrd="0" presId="urn:microsoft.com/office/officeart/2005/8/layout/process1"/>
    <dgm:cxn modelId="{7503C2EE-1BF7-4500-A6CB-6D12CDFC5863}" type="presParOf" srcId="{A80D544A-FB3A-4816-A546-94052333F686}" destId="{D4C5781C-D735-4D5D-B133-07F1AF1A2670}" srcOrd="0" destOrd="0" presId="urn:microsoft.com/office/officeart/2005/8/layout/process1"/>
    <dgm:cxn modelId="{4D86E93F-8E35-4497-B911-C77FBFAC7922}" type="presParOf" srcId="{F82BFC55-E3EC-4C26-8F54-AB96D02E68FA}" destId="{2061DC4F-A1B5-4C77-9DB6-8CAB11B6911F}" srcOrd="2" destOrd="0" presId="urn:microsoft.com/office/officeart/2005/8/layout/process1"/>
    <dgm:cxn modelId="{937523EC-9901-4777-9AA4-7B7CDB8CC1C2}" type="presParOf" srcId="{F82BFC55-E3EC-4C26-8F54-AB96D02E68FA}" destId="{C99CCF89-2B73-4C74-BCEE-FC8344AA8690}" srcOrd="3" destOrd="0" presId="urn:microsoft.com/office/officeart/2005/8/layout/process1"/>
    <dgm:cxn modelId="{B2F00B07-2A63-4B0F-AF3A-B0B0D46CDF21}" type="presParOf" srcId="{C99CCF89-2B73-4C74-BCEE-FC8344AA8690}" destId="{063D0F7C-3915-4B88-A17F-4DA8CA8D49B5}" srcOrd="0" destOrd="0" presId="urn:microsoft.com/office/officeart/2005/8/layout/process1"/>
    <dgm:cxn modelId="{A2934AC7-DF04-435E-B4FC-C0F15AD1972E}" type="presParOf" srcId="{F82BFC55-E3EC-4C26-8F54-AB96D02E68FA}" destId="{103CFD20-5CD2-4386-B2B5-6712B66C7FCC}" srcOrd="4" destOrd="0" presId="urn:microsoft.com/office/officeart/2005/8/layout/process1"/>
    <dgm:cxn modelId="{AEB8B073-C370-4A1B-84A4-7927AC5FA884}" type="presParOf" srcId="{F82BFC55-E3EC-4C26-8F54-AB96D02E68FA}" destId="{D61DF455-1739-4888-B7FC-C672E70116AF}" srcOrd="5" destOrd="0" presId="urn:microsoft.com/office/officeart/2005/8/layout/process1"/>
    <dgm:cxn modelId="{85E41E0A-07D7-47F1-9599-DC2BD3CCD948}" type="presParOf" srcId="{D61DF455-1739-4888-B7FC-C672E70116AF}" destId="{8B10360A-A27D-4165-BF75-ED011B9D741A}" srcOrd="0" destOrd="0" presId="urn:microsoft.com/office/officeart/2005/8/layout/process1"/>
    <dgm:cxn modelId="{F46CE6ED-62AD-489B-B0D8-5DD04C9175F1}" type="presParOf" srcId="{F82BFC55-E3EC-4C26-8F54-AB96D02E68FA}" destId="{3372D240-3B1D-4E22-BF3D-61055E0D1A45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graphics/data7.xml><?xml version="1.0" encoding="utf-8"?>
<dgm:dataModel xmlns:dgm="http://schemas.openxmlformats.org/drawingml/2006/diagram" xmlns:a="http://schemas.openxmlformats.org/drawingml/2006/main">
  <dgm:ptLst>
    <dgm:pt modelId="{A3CE949F-B620-4412-A4FA-DC77BE3665C6}" type="doc">
      <dgm:prSet loTypeId="urn:microsoft.com/office/officeart/2005/8/layout/process1" loCatId="process" qsTypeId="urn:microsoft.com/office/officeart/2005/8/quickstyle/simple1#1" qsCatId="simple" csTypeId="urn:microsoft.com/office/officeart/2005/8/colors/accent1_1#1" csCatId="accent1" phldr="1"/>
      <dgm:spPr/>
    </dgm:pt>
    <dgm:pt modelId="{D53B00E8-9102-4FE4-ABC2-B059F1E04566}">
      <dgm:prSet phldrT="[Text]"/>
      <dgm:spPr>
        <a:ln w="3810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>
            <a:buNone/>
          </a:pPr>
          <a:r>
            <a:rPr lang="en-IN" b="1" dirty="0">
              <a:solidFill>
                <a:schemeClr val="accent5">
                  <a:lumMod val="75000"/>
                </a:schemeClr>
              </a:solidFill>
            </a:rPr>
            <a:t>Intake</a:t>
          </a:r>
        </a:p>
      </dgm:t>
    </dgm:pt>
    <dgm:pt modelId="{D1D9AB06-5D11-4A07-92BC-D97385C746F9}" type="parTrans" cxnId="{272163D0-41D2-4E20-AD09-DB674EABBD34}">
      <dgm:prSet/>
      <dgm:spPr/>
      <dgm:t>
        <a:bodyPr/>
        <a:lstStyle/>
        <a:p>
          <a:endParaRPr lang="en-IN"/>
        </a:p>
      </dgm:t>
    </dgm:pt>
    <dgm:pt modelId="{F9B29A95-0423-4F69-96FD-98367546A92C}" type="sibTrans" cxnId="{272163D0-41D2-4E20-AD09-DB674EABBD34}">
      <dgm:prSet/>
      <dgm:spPr>
        <a:ln w="3810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endParaRPr lang="en-IN" b="1">
            <a:solidFill>
              <a:schemeClr val="accent5">
                <a:lumMod val="75000"/>
              </a:schemeClr>
            </a:solidFill>
          </a:endParaRPr>
        </a:p>
      </dgm:t>
    </dgm:pt>
    <dgm:pt modelId="{F523A1BA-2796-42C5-BB6B-6C315825B132}">
      <dgm:prSet phldrT="[Text]"/>
      <dgm:spPr>
        <a:ln w="3810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>
            <a:buNone/>
          </a:pPr>
          <a:r>
            <a:rPr lang="en-IN" b="1" dirty="0">
              <a:solidFill>
                <a:schemeClr val="accent5">
                  <a:lumMod val="75000"/>
                </a:schemeClr>
              </a:solidFill>
            </a:rPr>
            <a:t>Extract</a:t>
          </a:r>
        </a:p>
      </dgm:t>
    </dgm:pt>
    <dgm:pt modelId="{FF5D01A0-FE75-4954-9639-DE747CB94030}" type="parTrans" cxnId="{FC598C6B-F23B-4A3A-91F7-7C0FCF158AAD}">
      <dgm:prSet/>
      <dgm:spPr/>
      <dgm:t>
        <a:bodyPr/>
        <a:lstStyle/>
        <a:p>
          <a:endParaRPr lang="en-IN"/>
        </a:p>
      </dgm:t>
    </dgm:pt>
    <dgm:pt modelId="{96AD02EF-0DC1-442F-94B6-2489EC420AF9}" type="sibTrans" cxnId="{FC598C6B-F23B-4A3A-91F7-7C0FCF158AAD}">
      <dgm:prSet/>
      <dgm:spPr>
        <a:ln w="3810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endParaRPr lang="en-IN" b="1">
            <a:solidFill>
              <a:schemeClr val="accent5">
                <a:lumMod val="75000"/>
              </a:schemeClr>
            </a:solidFill>
          </a:endParaRPr>
        </a:p>
      </dgm:t>
    </dgm:pt>
    <dgm:pt modelId="{04E491B7-4FF1-44BA-9E25-F879FD98B2F0}">
      <dgm:prSet phldrT="[Text]"/>
      <dgm:spPr>
        <a:ln w="3810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>
            <a:buNone/>
          </a:pPr>
          <a:r>
            <a:rPr lang="en-IN" b="1" dirty="0">
              <a:solidFill>
                <a:schemeClr val="accent5">
                  <a:lumMod val="75000"/>
                </a:schemeClr>
              </a:solidFill>
            </a:rPr>
            <a:t>Retrieve</a:t>
          </a:r>
        </a:p>
      </dgm:t>
    </dgm:pt>
    <dgm:pt modelId="{079DF316-7343-4343-9943-E3512E50867E}" type="parTrans" cxnId="{640E6833-748D-4330-B7AD-85E6DC0E084A}">
      <dgm:prSet/>
      <dgm:spPr/>
      <dgm:t>
        <a:bodyPr/>
        <a:lstStyle/>
        <a:p>
          <a:endParaRPr lang="en-IN"/>
        </a:p>
      </dgm:t>
    </dgm:pt>
    <dgm:pt modelId="{0127695B-B6FB-46FE-AF33-4648CA218DC3}" type="sibTrans" cxnId="{640E6833-748D-4330-B7AD-85E6DC0E084A}">
      <dgm:prSet/>
      <dgm:spPr>
        <a:ln w="3810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endParaRPr lang="en-IN" b="1">
            <a:solidFill>
              <a:schemeClr val="accent5">
                <a:lumMod val="75000"/>
              </a:schemeClr>
            </a:solidFill>
          </a:endParaRPr>
        </a:p>
      </dgm:t>
    </dgm:pt>
    <dgm:pt modelId="{4955BF7D-C5C5-405F-A9CF-DE580E5CE7C5}">
      <dgm:prSet phldrT="[Text]"/>
      <dgm:spPr>
        <a:ln w="3810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>
            <a:buNone/>
          </a:pPr>
          <a:r>
            <a:rPr lang="en-IN" b="1" dirty="0">
              <a:solidFill>
                <a:schemeClr val="accent5">
                  <a:lumMod val="75000"/>
                </a:schemeClr>
              </a:solidFill>
            </a:rPr>
            <a:t>Assess</a:t>
          </a:r>
        </a:p>
      </dgm:t>
    </dgm:pt>
    <dgm:pt modelId="{6C503DE5-5C40-4459-A6F5-717FB0B4BD91}" type="parTrans" cxnId="{F0FEF448-FB8A-4B0F-B148-D824909FECF5}">
      <dgm:prSet/>
      <dgm:spPr/>
      <dgm:t>
        <a:bodyPr/>
        <a:lstStyle/>
        <a:p>
          <a:endParaRPr lang="en-IN"/>
        </a:p>
      </dgm:t>
    </dgm:pt>
    <dgm:pt modelId="{3009E545-4E39-427E-B015-43215FAF750A}" type="sibTrans" cxnId="{F0FEF448-FB8A-4B0F-B148-D824909FECF5}">
      <dgm:prSet/>
      <dgm:spPr>
        <a:ln w="3810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endParaRPr lang="en-IN" b="1">
            <a:solidFill>
              <a:schemeClr val="accent5">
                <a:lumMod val="75000"/>
              </a:schemeClr>
            </a:solidFill>
          </a:endParaRPr>
        </a:p>
      </dgm:t>
    </dgm:pt>
    <dgm:pt modelId="{C0D67607-C916-4F4A-B54F-06A251804C08}">
      <dgm:prSet phldrT="[Text]"/>
      <dgm:spPr>
        <a:ln w="3810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>
            <a:buNone/>
          </a:pPr>
          <a:r>
            <a:rPr lang="en-IN" b="1" dirty="0">
              <a:solidFill>
                <a:schemeClr val="accent5">
                  <a:lumMod val="75000"/>
                </a:schemeClr>
              </a:solidFill>
            </a:rPr>
            <a:t>Review</a:t>
          </a:r>
        </a:p>
      </dgm:t>
    </dgm:pt>
    <dgm:pt modelId="{EEAC8F88-AC56-407D-A754-5371B578EBEA}" type="parTrans" cxnId="{18FBB2D0-2C5D-4F0B-BD64-389B1E9A3045}">
      <dgm:prSet/>
      <dgm:spPr/>
      <dgm:t>
        <a:bodyPr/>
        <a:lstStyle/>
        <a:p>
          <a:endParaRPr lang="en-IN"/>
        </a:p>
      </dgm:t>
    </dgm:pt>
    <dgm:pt modelId="{597307D9-91F9-47CC-A2C0-9A82EEC7CA17}" type="sibTrans" cxnId="{18FBB2D0-2C5D-4F0B-BD64-389B1E9A3045}">
      <dgm:prSet/>
      <dgm:spPr>
        <a:ln w="3810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endParaRPr lang="en-IN" b="1">
            <a:solidFill>
              <a:schemeClr val="accent5">
                <a:lumMod val="75000"/>
              </a:schemeClr>
            </a:solidFill>
          </a:endParaRPr>
        </a:p>
      </dgm:t>
    </dgm:pt>
    <dgm:pt modelId="{1C76438F-DD9F-4E4B-9B87-A8C601E86401}">
      <dgm:prSet phldrT="[Text]"/>
      <dgm:spPr>
        <a:ln w="3810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>
            <a:buNone/>
          </a:pPr>
          <a:r>
            <a:rPr lang="en-IN" b="1" dirty="0">
              <a:solidFill>
                <a:schemeClr val="accent5">
                  <a:lumMod val="75000"/>
                </a:schemeClr>
              </a:solidFill>
            </a:rPr>
            <a:t>Report</a:t>
          </a:r>
        </a:p>
      </dgm:t>
    </dgm:pt>
    <dgm:pt modelId="{CF8567FB-5FFE-4473-91C3-F9E770421157}" type="parTrans" cxnId="{E6991278-AB36-4580-838A-2C96D3C523AC}">
      <dgm:prSet/>
      <dgm:spPr/>
      <dgm:t>
        <a:bodyPr/>
        <a:lstStyle/>
        <a:p>
          <a:endParaRPr lang="en-IN"/>
        </a:p>
      </dgm:t>
    </dgm:pt>
    <dgm:pt modelId="{24B3B03B-5142-46AF-B4BD-4898AD6AEF08}" type="sibTrans" cxnId="{E6991278-AB36-4580-838A-2C96D3C523AC}">
      <dgm:prSet/>
      <dgm:spPr/>
      <dgm:t>
        <a:bodyPr/>
        <a:lstStyle/>
        <a:p>
          <a:endParaRPr lang="en-IN"/>
        </a:p>
      </dgm:t>
    </dgm:pt>
    <dgm:pt modelId="{80CDF002-BBE4-4704-88F9-707D3A483326}" type="pres">
      <dgm:prSet presAssocID="{A3CE949F-B620-4412-A4FA-DC77BE3665C6}" presName="Name0" presStyleCnt="0">
        <dgm:presLayoutVars>
          <dgm:dir/>
          <dgm:resizeHandles val="exact"/>
        </dgm:presLayoutVars>
      </dgm:prSet>
      <dgm:spPr/>
    </dgm:pt>
    <dgm:pt modelId="{CD26C582-0362-43E7-B30F-B27EA509B002}" type="pres">
      <dgm:prSet presAssocID="{D53B00E8-9102-4FE4-ABC2-B059F1E04566}" presName="node" presStyleLbl="node1" presStyleIdx="0" presStyleCnt="6">
        <dgm:presLayoutVars>
          <dgm:bulletEnabled val="1"/>
        </dgm:presLayoutVars>
      </dgm:prSet>
      <dgm:spPr/>
    </dgm:pt>
    <dgm:pt modelId="{30C73709-52B4-416D-BE86-18E5C450DDC8}" type="pres">
      <dgm:prSet presAssocID="{F9B29A95-0423-4F69-96FD-98367546A92C}" presName="sibTrans" presStyleLbl="sibTrans2D1" presStyleIdx="0" presStyleCnt="5"/>
      <dgm:spPr/>
    </dgm:pt>
    <dgm:pt modelId="{1392045D-E6C0-495E-9255-B05AC7303CB9}" type="pres">
      <dgm:prSet presAssocID="{F9B29A95-0423-4F69-96FD-98367546A92C}" presName="connectorText" presStyleLbl="sibTrans2D1" presStyleIdx="0" presStyleCnt="5"/>
      <dgm:spPr/>
    </dgm:pt>
    <dgm:pt modelId="{B525C074-D843-486C-98DF-0D6919525974}" type="pres">
      <dgm:prSet presAssocID="{F523A1BA-2796-42C5-BB6B-6C315825B132}" presName="node" presStyleLbl="node1" presStyleIdx="1" presStyleCnt="6">
        <dgm:presLayoutVars>
          <dgm:bulletEnabled val="1"/>
        </dgm:presLayoutVars>
      </dgm:prSet>
      <dgm:spPr/>
    </dgm:pt>
    <dgm:pt modelId="{7D31CBF8-1D2D-4D17-B60B-DEF3135E3095}" type="pres">
      <dgm:prSet presAssocID="{96AD02EF-0DC1-442F-94B6-2489EC420AF9}" presName="sibTrans" presStyleLbl="sibTrans2D1" presStyleIdx="1" presStyleCnt="5"/>
      <dgm:spPr/>
    </dgm:pt>
    <dgm:pt modelId="{EDDC1FCF-5308-4197-87FC-8F761D78E197}" type="pres">
      <dgm:prSet presAssocID="{96AD02EF-0DC1-442F-94B6-2489EC420AF9}" presName="connectorText" presStyleLbl="sibTrans2D1" presStyleIdx="1" presStyleCnt="5"/>
      <dgm:spPr/>
    </dgm:pt>
    <dgm:pt modelId="{0105C7C6-4EEB-46C8-B985-D7876CE41B62}" type="pres">
      <dgm:prSet presAssocID="{04E491B7-4FF1-44BA-9E25-F879FD98B2F0}" presName="node" presStyleLbl="node1" presStyleIdx="2" presStyleCnt="6">
        <dgm:presLayoutVars>
          <dgm:bulletEnabled val="1"/>
        </dgm:presLayoutVars>
      </dgm:prSet>
      <dgm:spPr/>
    </dgm:pt>
    <dgm:pt modelId="{571061D9-AF08-4776-82DE-DA65EA1808DB}" type="pres">
      <dgm:prSet presAssocID="{0127695B-B6FB-46FE-AF33-4648CA218DC3}" presName="sibTrans" presStyleLbl="sibTrans2D1" presStyleIdx="2" presStyleCnt="5"/>
      <dgm:spPr/>
    </dgm:pt>
    <dgm:pt modelId="{EAFEC638-C751-48CA-A56B-FA8E55B10BD2}" type="pres">
      <dgm:prSet presAssocID="{0127695B-B6FB-46FE-AF33-4648CA218DC3}" presName="connectorText" presStyleLbl="sibTrans2D1" presStyleIdx="2" presStyleCnt="5"/>
      <dgm:spPr/>
    </dgm:pt>
    <dgm:pt modelId="{BC015356-BAB0-4875-BA4D-B92FCF541112}" type="pres">
      <dgm:prSet presAssocID="{4955BF7D-C5C5-405F-A9CF-DE580E5CE7C5}" presName="node" presStyleLbl="node1" presStyleIdx="3" presStyleCnt="6">
        <dgm:presLayoutVars>
          <dgm:bulletEnabled val="1"/>
        </dgm:presLayoutVars>
      </dgm:prSet>
      <dgm:spPr/>
    </dgm:pt>
    <dgm:pt modelId="{D3D91972-E20F-4FD1-9951-66504E187BA1}" type="pres">
      <dgm:prSet presAssocID="{3009E545-4E39-427E-B015-43215FAF750A}" presName="sibTrans" presStyleLbl="sibTrans2D1" presStyleIdx="3" presStyleCnt="5"/>
      <dgm:spPr/>
    </dgm:pt>
    <dgm:pt modelId="{FDEA5AFD-7C22-413F-AB42-081EC1A7ABE3}" type="pres">
      <dgm:prSet presAssocID="{3009E545-4E39-427E-B015-43215FAF750A}" presName="connectorText" presStyleLbl="sibTrans2D1" presStyleIdx="3" presStyleCnt="5"/>
      <dgm:spPr/>
    </dgm:pt>
    <dgm:pt modelId="{47076E99-36A0-4534-9101-CBDE6129ED5E}" type="pres">
      <dgm:prSet presAssocID="{C0D67607-C916-4F4A-B54F-06A251804C08}" presName="node" presStyleLbl="node1" presStyleIdx="4" presStyleCnt="6">
        <dgm:presLayoutVars>
          <dgm:bulletEnabled val="1"/>
        </dgm:presLayoutVars>
      </dgm:prSet>
      <dgm:spPr/>
    </dgm:pt>
    <dgm:pt modelId="{96FF835D-0285-4B6E-B0E1-E1FBE12417AF}" type="pres">
      <dgm:prSet presAssocID="{597307D9-91F9-47CC-A2C0-9A82EEC7CA17}" presName="sibTrans" presStyleLbl="sibTrans2D1" presStyleIdx="4" presStyleCnt="5"/>
      <dgm:spPr/>
    </dgm:pt>
    <dgm:pt modelId="{2804C76F-63B2-479B-A76E-2BA99540DD87}" type="pres">
      <dgm:prSet presAssocID="{597307D9-91F9-47CC-A2C0-9A82EEC7CA17}" presName="connectorText" presStyleLbl="sibTrans2D1" presStyleIdx="4" presStyleCnt="5"/>
      <dgm:spPr/>
    </dgm:pt>
    <dgm:pt modelId="{7A7519D6-1E45-455A-8E0A-5098FB71A6FE}" type="pres">
      <dgm:prSet presAssocID="{1C76438F-DD9F-4E4B-9B87-A8C601E86401}" presName="node" presStyleLbl="node1" presStyleIdx="5" presStyleCnt="6">
        <dgm:presLayoutVars>
          <dgm:bulletEnabled val="1"/>
        </dgm:presLayoutVars>
      </dgm:prSet>
      <dgm:spPr/>
    </dgm:pt>
  </dgm:ptLst>
  <dgm:cxnLst>
    <dgm:cxn modelId="{DB2D671B-A964-4F67-8EB5-4B877F3CAD8F}" type="presOf" srcId="{0127695B-B6FB-46FE-AF33-4648CA218DC3}" destId="{EAFEC638-C751-48CA-A56B-FA8E55B10BD2}" srcOrd="1" destOrd="0" presId="urn:microsoft.com/office/officeart/2005/8/layout/process1"/>
    <dgm:cxn modelId="{640E6833-748D-4330-B7AD-85E6DC0E084A}" srcId="{A3CE949F-B620-4412-A4FA-DC77BE3665C6}" destId="{04E491B7-4FF1-44BA-9E25-F879FD98B2F0}" srcOrd="2" destOrd="0" parTransId="{079DF316-7343-4343-9943-E3512E50867E}" sibTransId="{0127695B-B6FB-46FE-AF33-4648CA218DC3}"/>
    <dgm:cxn modelId="{F0FEF448-FB8A-4B0F-B148-D824909FECF5}" srcId="{A3CE949F-B620-4412-A4FA-DC77BE3665C6}" destId="{4955BF7D-C5C5-405F-A9CF-DE580E5CE7C5}" srcOrd="3" destOrd="0" parTransId="{6C503DE5-5C40-4459-A6F5-717FB0B4BD91}" sibTransId="{3009E545-4E39-427E-B015-43215FAF750A}"/>
    <dgm:cxn modelId="{FC598C6B-F23B-4A3A-91F7-7C0FCF158AAD}" srcId="{A3CE949F-B620-4412-A4FA-DC77BE3665C6}" destId="{F523A1BA-2796-42C5-BB6B-6C315825B132}" srcOrd="1" destOrd="0" parTransId="{FF5D01A0-FE75-4954-9639-DE747CB94030}" sibTransId="{96AD02EF-0DC1-442F-94B6-2489EC420AF9}"/>
    <dgm:cxn modelId="{835B5556-601D-454C-A717-07C108807AB4}" type="presOf" srcId="{4955BF7D-C5C5-405F-A9CF-DE580E5CE7C5}" destId="{BC015356-BAB0-4875-BA4D-B92FCF541112}" srcOrd="0" destOrd="0" presId="urn:microsoft.com/office/officeart/2005/8/layout/process1"/>
    <dgm:cxn modelId="{E6991278-AB36-4580-838A-2C96D3C523AC}" srcId="{A3CE949F-B620-4412-A4FA-DC77BE3665C6}" destId="{1C76438F-DD9F-4E4B-9B87-A8C601E86401}" srcOrd="5" destOrd="0" parTransId="{CF8567FB-5FFE-4473-91C3-F9E770421157}" sibTransId="{24B3B03B-5142-46AF-B4BD-4898AD6AEF08}"/>
    <dgm:cxn modelId="{9A8E2280-6F95-4D1B-8A37-94C601647F27}" type="presOf" srcId="{1C76438F-DD9F-4E4B-9B87-A8C601E86401}" destId="{7A7519D6-1E45-455A-8E0A-5098FB71A6FE}" srcOrd="0" destOrd="0" presId="urn:microsoft.com/office/officeart/2005/8/layout/process1"/>
    <dgm:cxn modelId="{5ACDA18B-F62B-4708-BFB4-26F2A6849A3D}" type="presOf" srcId="{F523A1BA-2796-42C5-BB6B-6C315825B132}" destId="{B525C074-D843-486C-98DF-0D6919525974}" srcOrd="0" destOrd="0" presId="urn:microsoft.com/office/officeart/2005/8/layout/process1"/>
    <dgm:cxn modelId="{930BD392-00F6-4569-8014-4978475E1EB7}" type="presOf" srcId="{3009E545-4E39-427E-B015-43215FAF750A}" destId="{D3D91972-E20F-4FD1-9951-66504E187BA1}" srcOrd="0" destOrd="0" presId="urn:microsoft.com/office/officeart/2005/8/layout/process1"/>
    <dgm:cxn modelId="{96466F9F-6F42-4BAF-81FC-2146C7951BC9}" type="presOf" srcId="{F9B29A95-0423-4F69-96FD-98367546A92C}" destId="{30C73709-52B4-416D-BE86-18E5C450DDC8}" srcOrd="0" destOrd="0" presId="urn:microsoft.com/office/officeart/2005/8/layout/process1"/>
    <dgm:cxn modelId="{7FB6C1A1-2A87-44E0-9204-F46930E64C0B}" type="presOf" srcId="{D53B00E8-9102-4FE4-ABC2-B059F1E04566}" destId="{CD26C582-0362-43E7-B30F-B27EA509B002}" srcOrd="0" destOrd="0" presId="urn:microsoft.com/office/officeart/2005/8/layout/process1"/>
    <dgm:cxn modelId="{AC3FD5A8-7A43-428A-971E-1F0B10F5A092}" type="presOf" srcId="{0127695B-B6FB-46FE-AF33-4648CA218DC3}" destId="{571061D9-AF08-4776-82DE-DA65EA1808DB}" srcOrd="0" destOrd="0" presId="urn:microsoft.com/office/officeart/2005/8/layout/process1"/>
    <dgm:cxn modelId="{0986E5B3-D7DA-422F-B834-514D34CA9750}" type="presOf" srcId="{A3CE949F-B620-4412-A4FA-DC77BE3665C6}" destId="{80CDF002-BBE4-4704-88F9-707D3A483326}" srcOrd="0" destOrd="0" presId="urn:microsoft.com/office/officeart/2005/8/layout/process1"/>
    <dgm:cxn modelId="{6F0E61B7-0DCC-49FC-8429-6EDE57779C65}" type="presOf" srcId="{C0D67607-C916-4F4A-B54F-06A251804C08}" destId="{47076E99-36A0-4534-9101-CBDE6129ED5E}" srcOrd="0" destOrd="0" presId="urn:microsoft.com/office/officeart/2005/8/layout/process1"/>
    <dgm:cxn modelId="{4DF7F1CB-805A-4001-BB34-5E942DACF21E}" type="presOf" srcId="{F9B29A95-0423-4F69-96FD-98367546A92C}" destId="{1392045D-E6C0-495E-9255-B05AC7303CB9}" srcOrd="1" destOrd="0" presId="urn:microsoft.com/office/officeart/2005/8/layout/process1"/>
    <dgm:cxn modelId="{272163D0-41D2-4E20-AD09-DB674EABBD34}" srcId="{A3CE949F-B620-4412-A4FA-DC77BE3665C6}" destId="{D53B00E8-9102-4FE4-ABC2-B059F1E04566}" srcOrd="0" destOrd="0" parTransId="{D1D9AB06-5D11-4A07-92BC-D97385C746F9}" sibTransId="{F9B29A95-0423-4F69-96FD-98367546A92C}"/>
    <dgm:cxn modelId="{18FBB2D0-2C5D-4F0B-BD64-389B1E9A3045}" srcId="{A3CE949F-B620-4412-A4FA-DC77BE3665C6}" destId="{C0D67607-C916-4F4A-B54F-06A251804C08}" srcOrd="4" destOrd="0" parTransId="{EEAC8F88-AC56-407D-A754-5371B578EBEA}" sibTransId="{597307D9-91F9-47CC-A2C0-9A82EEC7CA17}"/>
    <dgm:cxn modelId="{CC6771D5-77E0-40C8-AE15-F42A9FCF770E}" type="presOf" srcId="{96AD02EF-0DC1-442F-94B6-2489EC420AF9}" destId="{EDDC1FCF-5308-4197-87FC-8F761D78E197}" srcOrd="1" destOrd="0" presId="urn:microsoft.com/office/officeart/2005/8/layout/process1"/>
    <dgm:cxn modelId="{EA495DE5-463E-4692-BD9E-38EF52C189A9}" type="presOf" srcId="{597307D9-91F9-47CC-A2C0-9A82EEC7CA17}" destId="{2804C76F-63B2-479B-A76E-2BA99540DD87}" srcOrd="1" destOrd="0" presId="urn:microsoft.com/office/officeart/2005/8/layout/process1"/>
    <dgm:cxn modelId="{20BF40F2-56D3-4A2C-A0A1-D7305F9128C0}" type="presOf" srcId="{597307D9-91F9-47CC-A2C0-9A82EEC7CA17}" destId="{96FF835D-0285-4B6E-B0E1-E1FBE12417AF}" srcOrd="0" destOrd="0" presId="urn:microsoft.com/office/officeart/2005/8/layout/process1"/>
    <dgm:cxn modelId="{394870FB-5822-4177-821B-624337E3DA7E}" type="presOf" srcId="{96AD02EF-0DC1-442F-94B6-2489EC420AF9}" destId="{7D31CBF8-1D2D-4D17-B60B-DEF3135E3095}" srcOrd="0" destOrd="0" presId="urn:microsoft.com/office/officeart/2005/8/layout/process1"/>
    <dgm:cxn modelId="{2ECA57FD-EF0F-4BAE-B416-7C439B4B98CD}" type="presOf" srcId="{3009E545-4E39-427E-B015-43215FAF750A}" destId="{FDEA5AFD-7C22-413F-AB42-081EC1A7ABE3}" srcOrd="1" destOrd="0" presId="urn:microsoft.com/office/officeart/2005/8/layout/process1"/>
    <dgm:cxn modelId="{43F72FFF-A61E-42E6-B8DD-7A8738DEA2B3}" type="presOf" srcId="{04E491B7-4FF1-44BA-9E25-F879FD98B2F0}" destId="{0105C7C6-4EEB-46C8-B985-D7876CE41B62}" srcOrd="0" destOrd="0" presId="urn:microsoft.com/office/officeart/2005/8/layout/process1"/>
    <dgm:cxn modelId="{4EB8309C-8E65-4236-93A2-30617D5338C0}" type="presParOf" srcId="{80CDF002-BBE4-4704-88F9-707D3A483326}" destId="{CD26C582-0362-43E7-B30F-B27EA509B002}" srcOrd="0" destOrd="0" presId="urn:microsoft.com/office/officeart/2005/8/layout/process1"/>
    <dgm:cxn modelId="{D67C7C46-86AC-4F3F-9C7C-46FE8A9E72F6}" type="presParOf" srcId="{80CDF002-BBE4-4704-88F9-707D3A483326}" destId="{30C73709-52B4-416D-BE86-18E5C450DDC8}" srcOrd="1" destOrd="0" presId="urn:microsoft.com/office/officeart/2005/8/layout/process1"/>
    <dgm:cxn modelId="{1E918AD0-CA81-4101-9CE1-1192D3E2D324}" type="presParOf" srcId="{30C73709-52B4-416D-BE86-18E5C450DDC8}" destId="{1392045D-E6C0-495E-9255-B05AC7303CB9}" srcOrd="0" destOrd="0" presId="urn:microsoft.com/office/officeart/2005/8/layout/process1"/>
    <dgm:cxn modelId="{FEEBC690-B705-42F0-8089-6F5A69331AFB}" type="presParOf" srcId="{80CDF002-BBE4-4704-88F9-707D3A483326}" destId="{B525C074-D843-486C-98DF-0D6919525974}" srcOrd="2" destOrd="0" presId="urn:microsoft.com/office/officeart/2005/8/layout/process1"/>
    <dgm:cxn modelId="{11D4489E-F94B-409F-B589-9E854AB82671}" type="presParOf" srcId="{80CDF002-BBE4-4704-88F9-707D3A483326}" destId="{7D31CBF8-1D2D-4D17-B60B-DEF3135E3095}" srcOrd="3" destOrd="0" presId="urn:microsoft.com/office/officeart/2005/8/layout/process1"/>
    <dgm:cxn modelId="{BE879524-F54F-4EFA-A264-D8EA1695CBDA}" type="presParOf" srcId="{7D31CBF8-1D2D-4D17-B60B-DEF3135E3095}" destId="{EDDC1FCF-5308-4197-87FC-8F761D78E197}" srcOrd="0" destOrd="0" presId="urn:microsoft.com/office/officeart/2005/8/layout/process1"/>
    <dgm:cxn modelId="{E7844695-E6C8-45E5-BC23-CEF2FB565C47}" type="presParOf" srcId="{80CDF002-BBE4-4704-88F9-707D3A483326}" destId="{0105C7C6-4EEB-46C8-B985-D7876CE41B62}" srcOrd="4" destOrd="0" presId="urn:microsoft.com/office/officeart/2005/8/layout/process1"/>
    <dgm:cxn modelId="{E91BC405-DA7B-475B-85FA-C61AC371652C}" type="presParOf" srcId="{80CDF002-BBE4-4704-88F9-707D3A483326}" destId="{571061D9-AF08-4776-82DE-DA65EA1808DB}" srcOrd="5" destOrd="0" presId="urn:microsoft.com/office/officeart/2005/8/layout/process1"/>
    <dgm:cxn modelId="{7485BF5E-8E44-4EEF-B3AA-8731177E5CEB}" type="presParOf" srcId="{571061D9-AF08-4776-82DE-DA65EA1808DB}" destId="{EAFEC638-C751-48CA-A56B-FA8E55B10BD2}" srcOrd="0" destOrd="0" presId="urn:microsoft.com/office/officeart/2005/8/layout/process1"/>
    <dgm:cxn modelId="{A8338964-226F-4BF2-A8D7-9F5B9C15B8F5}" type="presParOf" srcId="{80CDF002-BBE4-4704-88F9-707D3A483326}" destId="{BC015356-BAB0-4875-BA4D-B92FCF541112}" srcOrd="6" destOrd="0" presId="urn:microsoft.com/office/officeart/2005/8/layout/process1"/>
    <dgm:cxn modelId="{E2593707-13FB-4958-81E4-3DF0D891C280}" type="presParOf" srcId="{80CDF002-BBE4-4704-88F9-707D3A483326}" destId="{D3D91972-E20F-4FD1-9951-66504E187BA1}" srcOrd="7" destOrd="0" presId="urn:microsoft.com/office/officeart/2005/8/layout/process1"/>
    <dgm:cxn modelId="{4AB7A327-40DC-4AA1-AB0D-061D79C0C93F}" type="presParOf" srcId="{D3D91972-E20F-4FD1-9951-66504E187BA1}" destId="{FDEA5AFD-7C22-413F-AB42-081EC1A7ABE3}" srcOrd="0" destOrd="0" presId="urn:microsoft.com/office/officeart/2005/8/layout/process1"/>
    <dgm:cxn modelId="{EAB520DE-B79F-4600-912E-7CD66E817BD6}" type="presParOf" srcId="{80CDF002-BBE4-4704-88F9-707D3A483326}" destId="{47076E99-36A0-4534-9101-CBDE6129ED5E}" srcOrd="8" destOrd="0" presId="urn:microsoft.com/office/officeart/2005/8/layout/process1"/>
    <dgm:cxn modelId="{82CAD696-A37D-4774-8496-3DEBF30D9772}" type="presParOf" srcId="{80CDF002-BBE4-4704-88F9-707D3A483326}" destId="{96FF835D-0285-4B6E-B0E1-E1FBE12417AF}" srcOrd="9" destOrd="0" presId="urn:microsoft.com/office/officeart/2005/8/layout/process1"/>
    <dgm:cxn modelId="{8D45AD55-E21E-416A-B8A9-7863C37E9FCE}" type="presParOf" srcId="{96FF835D-0285-4B6E-B0E1-E1FBE12417AF}" destId="{2804C76F-63B2-479B-A76E-2BA99540DD87}" srcOrd="0" destOrd="0" presId="urn:microsoft.com/office/officeart/2005/8/layout/process1"/>
    <dgm:cxn modelId="{F1BFC92A-C638-4AD6-83BE-DB56F9EE1C95}" type="presParOf" srcId="{80CDF002-BBE4-4704-88F9-707D3A483326}" destId="{7A7519D6-1E45-455A-8E0A-5098FB71A6FE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graphics/data8.xml><?xml version="1.0" encoding="utf-8"?>
<dgm:dataModel xmlns:dgm="http://schemas.openxmlformats.org/drawingml/2006/diagram" xmlns:a="http://schemas.openxmlformats.org/drawingml/2006/main">
  <dgm:ptLst>
    <dgm:pt modelId="{05F338B4-F16B-4EC0-BAA5-CC90D7A5FDEA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E9E425EC-65FB-4783-8053-0343D3017829}">
      <dgm:prSet phldrT="[Text]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 w="38100"/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>
            <a:buNone/>
          </a:pPr>
          <a:r>
            <a:rPr lang="en-IN" b="1" dirty="0">
              <a:solidFill>
                <a:schemeClr val="accent5">
                  <a:lumMod val="75000"/>
                </a:schemeClr>
              </a:solidFill>
            </a:rPr>
            <a:t>Incomplete Narrative</a:t>
          </a:r>
        </a:p>
      </dgm:t>
    </dgm:pt>
    <dgm:pt modelId="{9416792E-B0BD-4012-BAC4-752F8B5A1B8A}" type="parTrans" cxnId="{F420DDEE-F614-49B7-AEED-AB37BE497EE0}">
      <dgm:prSet/>
      <dgm:spPr/>
      <dgm:t>
        <a:bodyPr/>
        <a:lstStyle/>
        <a:p>
          <a:endParaRPr lang="en-IN"/>
        </a:p>
      </dgm:t>
    </dgm:pt>
    <dgm:pt modelId="{1EA8803A-A8EE-4DBB-8745-7B01A00E4DA9}" type="sibTrans" cxnId="{F420DDEE-F614-49B7-AEED-AB37BE497EE0}">
      <dgm:prSet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 w="38100"/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endParaRPr lang="en-IN" b="1">
            <a:solidFill>
              <a:schemeClr val="accent5">
                <a:lumMod val="75000"/>
              </a:schemeClr>
            </a:solidFill>
          </a:endParaRPr>
        </a:p>
      </dgm:t>
    </dgm:pt>
    <dgm:pt modelId="{CC256E23-53B1-49A9-981B-9A92545AAA58}">
      <dgm:prSet phldrT="[Text]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 w="38100"/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>
            <a:buNone/>
          </a:pPr>
          <a:r>
            <a:rPr lang="en-IN" b="1" dirty="0">
              <a:solidFill>
                <a:schemeClr val="accent5">
                  <a:lumMod val="75000"/>
                </a:schemeClr>
              </a:solidFill>
            </a:rPr>
            <a:t>Manual Evidence Search</a:t>
          </a:r>
        </a:p>
      </dgm:t>
    </dgm:pt>
    <dgm:pt modelId="{085B9917-83C6-400E-A84F-2C5381FB212C}" type="parTrans" cxnId="{37D588C0-8726-4FAE-BF24-4C9087A71656}">
      <dgm:prSet/>
      <dgm:spPr/>
      <dgm:t>
        <a:bodyPr/>
        <a:lstStyle/>
        <a:p>
          <a:endParaRPr lang="en-IN"/>
        </a:p>
      </dgm:t>
    </dgm:pt>
    <dgm:pt modelId="{2047404F-EBF5-4DC1-A571-7209CBCC988A}" type="sibTrans" cxnId="{37D588C0-8726-4FAE-BF24-4C9087A71656}">
      <dgm:prSet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 w="38100"/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endParaRPr lang="en-IN" b="1">
            <a:solidFill>
              <a:schemeClr val="accent5">
                <a:lumMod val="75000"/>
              </a:schemeClr>
            </a:solidFill>
          </a:endParaRPr>
        </a:p>
      </dgm:t>
    </dgm:pt>
    <dgm:pt modelId="{7301072E-A918-4FD3-8CFF-8086F0AB1BEC}">
      <dgm:prSet phldrT="[Text]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 w="38100"/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>
            <a:buNone/>
          </a:pPr>
          <a:r>
            <a:rPr lang="en-IN" b="1" dirty="0">
              <a:solidFill>
                <a:schemeClr val="accent5">
                  <a:lumMod val="75000"/>
                </a:schemeClr>
              </a:solidFill>
            </a:rPr>
            <a:t>Unclear Failure Patterns</a:t>
          </a:r>
        </a:p>
      </dgm:t>
    </dgm:pt>
    <dgm:pt modelId="{A653F2C7-C756-4ECA-84EA-65A23C672B55}" type="parTrans" cxnId="{9B6B04EF-9DDE-410C-8971-9E6A515ACCCE}">
      <dgm:prSet/>
      <dgm:spPr/>
      <dgm:t>
        <a:bodyPr/>
        <a:lstStyle/>
        <a:p>
          <a:endParaRPr lang="en-IN"/>
        </a:p>
      </dgm:t>
    </dgm:pt>
    <dgm:pt modelId="{CE3C334D-C9AF-4A44-959B-DA2A384A3971}" type="sibTrans" cxnId="{9B6B04EF-9DDE-410C-8971-9E6A515ACCCE}">
      <dgm:prSet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 w="38100"/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endParaRPr lang="en-IN" b="1">
            <a:solidFill>
              <a:schemeClr val="accent5">
                <a:lumMod val="75000"/>
              </a:schemeClr>
            </a:solidFill>
          </a:endParaRPr>
        </a:p>
      </dgm:t>
    </dgm:pt>
    <dgm:pt modelId="{4C3565AC-B193-4284-94C3-AB6345B2F5E7}">
      <dgm:prSet phldrT="[Text]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 w="38100"/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>
            <a:buNone/>
          </a:pPr>
          <a:r>
            <a:rPr lang="en-IN" b="1" dirty="0">
              <a:solidFill>
                <a:schemeClr val="accent5">
                  <a:lumMod val="75000"/>
                </a:schemeClr>
              </a:solidFill>
            </a:rPr>
            <a:t>Delayed Investigation</a:t>
          </a:r>
        </a:p>
      </dgm:t>
    </dgm:pt>
    <dgm:pt modelId="{A0458644-3A00-458F-BBFE-2676EE29601D}" type="parTrans" cxnId="{4E6F04B2-259B-4064-92D3-618036062583}">
      <dgm:prSet/>
      <dgm:spPr/>
      <dgm:t>
        <a:bodyPr/>
        <a:lstStyle/>
        <a:p>
          <a:endParaRPr lang="en-IN"/>
        </a:p>
      </dgm:t>
    </dgm:pt>
    <dgm:pt modelId="{13FB9A72-B6B1-4FAF-B582-5D1A1688DAD8}" type="sibTrans" cxnId="{4E6F04B2-259B-4064-92D3-618036062583}">
      <dgm:prSet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 w="38100"/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endParaRPr lang="en-IN" b="1">
            <a:solidFill>
              <a:schemeClr val="accent5">
                <a:lumMod val="75000"/>
              </a:schemeClr>
            </a:solidFill>
          </a:endParaRPr>
        </a:p>
      </dgm:t>
    </dgm:pt>
    <dgm:pt modelId="{331E3968-1C65-4B77-BAC8-3514941AF197}">
      <dgm:prSet phldrT="[Text]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 w="38100"/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>
            <a:buNone/>
          </a:pPr>
          <a:r>
            <a:rPr lang="en-IN" b="1" dirty="0">
              <a:solidFill>
                <a:schemeClr val="accent5">
                  <a:lumMod val="75000"/>
                </a:schemeClr>
              </a:solidFill>
            </a:rPr>
            <a:t>Limited Evidence Traceability</a:t>
          </a:r>
        </a:p>
      </dgm:t>
    </dgm:pt>
    <dgm:pt modelId="{8061B198-7638-4301-B92A-4407DC53FFE0}" type="parTrans" cxnId="{DE7F2F69-A56D-4725-88DD-B6B2C361DE47}">
      <dgm:prSet/>
      <dgm:spPr/>
      <dgm:t>
        <a:bodyPr/>
        <a:lstStyle/>
        <a:p>
          <a:endParaRPr lang="en-IN"/>
        </a:p>
      </dgm:t>
    </dgm:pt>
    <dgm:pt modelId="{3C740083-CF46-4567-AF24-0105F88B699B}" type="sibTrans" cxnId="{DE7F2F69-A56D-4725-88DD-B6B2C361DE47}">
      <dgm:prSet/>
      <dgm:spPr/>
      <dgm:t>
        <a:bodyPr/>
        <a:lstStyle/>
        <a:p>
          <a:endParaRPr lang="en-IN"/>
        </a:p>
      </dgm:t>
    </dgm:pt>
    <dgm:pt modelId="{6F70103B-B7FA-483A-8834-C7372210BA2F}" type="pres">
      <dgm:prSet presAssocID="{05F338B4-F16B-4EC0-BAA5-CC90D7A5FDEA}" presName="Name0" presStyleCnt="0">
        <dgm:presLayoutVars>
          <dgm:dir/>
          <dgm:resizeHandles val="exact"/>
        </dgm:presLayoutVars>
      </dgm:prSet>
      <dgm:spPr/>
    </dgm:pt>
    <dgm:pt modelId="{D7623CB4-3516-4CCF-87BD-3D4EDA6CEC91}" type="pres">
      <dgm:prSet presAssocID="{E9E425EC-65FB-4783-8053-0343D3017829}" presName="node" presStyleLbl="node1" presStyleIdx="0" presStyleCnt="5">
        <dgm:presLayoutVars>
          <dgm:bulletEnabled val="1"/>
        </dgm:presLayoutVars>
      </dgm:prSet>
      <dgm:spPr/>
    </dgm:pt>
    <dgm:pt modelId="{E6BD4BC8-4096-468B-B970-0E71BF937374}" type="pres">
      <dgm:prSet presAssocID="{1EA8803A-A8EE-4DBB-8745-7B01A00E4DA9}" presName="sibTrans" presStyleLbl="sibTrans2D1" presStyleIdx="0" presStyleCnt="4"/>
      <dgm:spPr/>
    </dgm:pt>
    <dgm:pt modelId="{D8A3D579-522C-4523-AA37-47DE1D164E9D}" type="pres">
      <dgm:prSet presAssocID="{1EA8803A-A8EE-4DBB-8745-7B01A00E4DA9}" presName="connectorText" presStyleLbl="sibTrans2D1" presStyleIdx="0" presStyleCnt="4"/>
      <dgm:spPr/>
    </dgm:pt>
    <dgm:pt modelId="{FCB2933A-2324-46E4-89B9-12EA242A71D6}" type="pres">
      <dgm:prSet presAssocID="{CC256E23-53B1-49A9-981B-9A92545AAA58}" presName="node" presStyleLbl="node1" presStyleIdx="1" presStyleCnt="5">
        <dgm:presLayoutVars>
          <dgm:bulletEnabled val="1"/>
        </dgm:presLayoutVars>
      </dgm:prSet>
      <dgm:spPr/>
    </dgm:pt>
    <dgm:pt modelId="{74F4AE77-13B0-4822-9DDB-DB2181968079}" type="pres">
      <dgm:prSet presAssocID="{2047404F-EBF5-4DC1-A571-7209CBCC988A}" presName="sibTrans" presStyleLbl="sibTrans2D1" presStyleIdx="1" presStyleCnt="4"/>
      <dgm:spPr/>
    </dgm:pt>
    <dgm:pt modelId="{47B90E97-90A6-4587-BF6E-5431828D881F}" type="pres">
      <dgm:prSet presAssocID="{2047404F-EBF5-4DC1-A571-7209CBCC988A}" presName="connectorText" presStyleLbl="sibTrans2D1" presStyleIdx="1" presStyleCnt="4"/>
      <dgm:spPr/>
    </dgm:pt>
    <dgm:pt modelId="{CA30DE41-30B2-4C36-BD65-24ABA63A5ABB}" type="pres">
      <dgm:prSet presAssocID="{7301072E-A918-4FD3-8CFF-8086F0AB1BEC}" presName="node" presStyleLbl="node1" presStyleIdx="2" presStyleCnt="5">
        <dgm:presLayoutVars>
          <dgm:bulletEnabled val="1"/>
        </dgm:presLayoutVars>
      </dgm:prSet>
      <dgm:spPr/>
    </dgm:pt>
    <dgm:pt modelId="{E71DCAE1-C105-4BDA-A44D-1D154C764CB6}" type="pres">
      <dgm:prSet presAssocID="{CE3C334D-C9AF-4A44-959B-DA2A384A3971}" presName="sibTrans" presStyleLbl="sibTrans2D1" presStyleIdx="2" presStyleCnt="4"/>
      <dgm:spPr/>
    </dgm:pt>
    <dgm:pt modelId="{3DEC4A44-64F6-40D2-A74C-CCD18C6E750C}" type="pres">
      <dgm:prSet presAssocID="{CE3C334D-C9AF-4A44-959B-DA2A384A3971}" presName="connectorText" presStyleLbl="sibTrans2D1" presStyleIdx="2" presStyleCnt="4"/>
      <dgm:spPr/>
    </dgm:pt>
    <dgm:pt modelId="{AF943B26-6108-48D3-A874-E7DFD736B9B4}" type="pres">
      <dgm:prSet presAssocID="{4C3565AC-B193-4284-94C3-AB6345B2F5E7}" presName="node" presStyleLbl="node1" presStyleIdx="3" presStyleCnt="5">
        <dgm:presLayoutVars>
          <dgm:bulletEnabled val="1"/>
        </dgm:presLayoutVars>
      </dgm:prSet>
      <dgm:spPr/>
    </dgm:pt>
    <dgm:pt modelId="{88530FDD-857B-4CA0-98F6-04528C3A10F6}" type="pres">
      <dgm:prSet presAssocID="{13FB9A72-B6B1-4FAF-B582-5D1A1688DAD8}" presName="sibTrans" presStyleLbl="sibTrans2D1" presStyleIdx="3" presStyleCnt="4"/>
      <dgm:spPr/>
    </dgm:pt>
    <dgm:pt modelId="{F5DA2BE5-56A6-4B84-8DF0-FA1EB8E0A956}" type="pres">
      <dgm:prSet presAssocID="{13FB9A72-B6B1-4FAF-B582-5D1A1688DAD8}" presName="connectorText" presStyleLbl="sibTrans2D1" presStyleIdx="3" presStyleCnt="4"/>
      <dgm:spPr/>
    </dgm:pt>
    <dgm:pt modelId="{4F79E099-0268-4BCE-ACF8-95D4EC1EFB0A}" type="pres">
      <dgm:prSet presAssocID="{331E3968-1C65-4B77-BAC8-3514941AF197}" presName="node" presStyleLbl="node1" presStyleIdx="4" presStyleCnt="5">
        <dgm:presLayoutVars>
          <dgm:bulletEnabled val="1"/>
        </dgm:presLayoutVars>
      </dgm:prSet>
      <dgm:spPr/>
    </dgm:pt>
  </dgm:ptLst>
  <dgm:cxnLst>
    <dgm:cxn modelId="{BC50F904-C4C7-40F4-82AC-D0FED55C40D5}" type="presOf" srcId="{13FB9A72-B6B1-4FAF-B582-5D1A1688DAD8}" destId="{88530FDD-857B-4CA0-98F6-04528C3A10F6}" srcOrd="0" destOrd="0" presId="urn:microsoft.com/office/officeart/2005/8/layout/process1"/>
    <dgm:cxn modelId="{61CDDF18-456F-4D30-A5CA-6ED9E7EAD36F}" type="presOf" srcId="{CE3C334D-C9AF-4A44-959B-DA2A384A3971}" destId="{E71DCAE1-C105-4BDA-A44D-1D154C764CB6}" srcOrd="0" destOrd="0" presId="urn:microsoft.com/office/officeart/2005/8/layout/process1"/>
    <dgm:cxn modelId="{DE7F2F69-A56D-4725-88DD-B6B2C361DE47}" srcId="{05F338B4-F16B-4EC0-BAA5-CC90D7A5FDEA}" destId="{331E3968-1C65-4B77-BAC8-3514941AF197}" srcOrd="4" destOrd="0" parTransId="{8061B198-7638-4301-B92A-4407DC53FFE0}" sibTransId="{3C740083-CF46-4567-AF24-0105F88B699B}"/>
    <dgm:cxn modelId="{1184296C-9C40-4043-BE0B-A07354F1FDB9}" type="presOf" srcId="{331E3968-1C65-4B77-BAC8-3514941AF197}" destId="{4F79E099-0268-4BCE-ACF8-95D4EC1EFB0A}" srcOrd="0" destOrd="0" presId="urn:microsoft.com/office/officeart/2005/8/layout/process1"/>
    <dgm:cxn modelId="{EBE9B26C-6F9C-45B9-BFE0-4A91053B3470}" type="presOf" srcId="{E9E425EC-65FB-4783-8053-0343D3017829}" destId="{D7623CB4-3516-4CCF-87BD-3D4EDA6CEC91}" srcOrd="0" destOrd="0" presId="urn:microsoft.com/office/officeart/2005/8/layout/process1"/>
    <dgm:cxn modelId="{FE31EA52-C95C-4F1E-BD86-B354A09C307E}" type="presOf" srcId="{13FB9A72-B6B1-4FAF-B582-5D1A1688DAD8}" destId="{F5DA2BE5-56A6-4B84-8DF0-FA1EB8E0A956}" srcOrd="1" destOrd="0" presId="urn:microsoft.com/office/officeart/2005/8/layout/process1"/>
    <dgm:cxn modelId="{55B3F956-A3A9-4A83-BC1A-31220563919F}" type="presOf" srcId="{CC256E23-53B1-49A9-981B-9A92545AAA58}" destId="{FCB2933A-2324-46E4-89B9-12EA242A71D6}" srcOrd="0" destOrd="0" presId="urn:microsoft.com/office/officeart/2005/8/layout/process1"/>
    <dgm:cxn modelId="{07AA467A-71E4-4B77-97A2-A5D381C21335}" type="presOf" srcId="{4C3565AC-B193-4284-94C3-AB6345B2F5E7}" destId="{AF943B26-6108-48D3-A874-E7DFD736B9B4}" srcOrd="0" destOrd="0" presId="urn:microsoft.com/office/officeart/2005/8/layout/process1"/>
    <dgm:cxn modelId="{96475F84-640E-4B1C-94F5-67DE60940F0F}" type="presOf" srcId="{1EA8803A-A8EE-4DBB-8745-7B01A00E4DA9}" destId="{E6BD4BC8-4096-468B-B970-0E71BF937374}" srcOrd="0" destOrd="0" presId="urn:microsoft.com/office/officeart/2005/8/layout/process1"/>
    <dgm:cxn modelId="{35EC7C87-A75E-4121-B572-50862DE0B3AA}" type="presOf" srcId="{7301072E-A918-4FD3-8CFF-8086F0AB1BEC}" destId="{CA30DE41-30B2-4C36-BD65-24ABA63A5ABB}" srcOrd="0" destOrd="0" presId="urn:microsoft.com/office/officeart/2005/8/layout/process1"/>
    <dgm:cxn modelId="{11C6D093-D90B-4930-A589-15675717B02F}" type="presOf" srcId="{2047404F-EBF5-4DC1-A571-7209CBCC988A}" destId="{74F4AE77-13B0-4822-9DDB-DB2181968079}" srcOrd="0" destOrd="0" presId="urn:microsoft.com/office/officeart/2005/8/layout/process1"/>
    <dgm:cxn modelId="{C88BBA96-E0FE-483F-A941-810D8FF379E1}" type="presOf" srcId="{05F338B4-F16B-4EC0-BAA5-CC90D7A5FDEA}" destId="{6F70103B-B7FA-483A-8834-C7372210BA2F}" srcOrd="0" destOrd="0" presId="urn:microsoft.com/office/officeart/2005/8/layout/process1"/>
    <dgm:cxn modelId="{110CDDA1-C9B4-4B10-8CFC-0509CB40E3E8}" type="presOf" srcId="{1EA8803A-A8EE-4DBB-8745-7B01A00E4DA9}" destId="{D8A3D579-522C-4523-AA37-47DE1D164E9D}" srcOrd="1" destOrd="0" presId="urn:microsoft.com/office/officeart/2005/8/layout/process1"/>
    <dgm:cxn modelId="{4E6F04B2-259B-4064-92D3-618036062583}" srcId="{05F338B4-F16B-4EC0-BAA5-CC90D7A5FDEA}" destId="{4C3565AC-B193-4284-94C3-AB6345B2F5E7}" srcOrd="3" destOrd="0" parTransId="{A0458644-3A00-458F-BBFE-2676EE29601D}" sibTransId="{13FB9A72-B6B1-4FAF-B582-5D1A1688DAD8}"/>
    <dgm:cxn modelId="{C0342FBE-30CF-4F90-9ADC-049E7CA6EBE6}" type="presOf" srcId="{CE3C334D-C9AF-4A44-959B-DA2A384A3971}" destId="{3DEC4A44-64F6-40D2-A74C-CCD18C6E750C}" srcOrd="1" destOrd="0" presId="urn:microsoft.com/office/officeart/2005/8/layout/process1"/>
    <dgm:cxn modelId="{37D588C0-8726-4FAE-BF24-4C9087A71656}" srcId="{05F338B4-F16B-4EC0-BAA5-CC90D7A5FDEA}" destId="{CC256E23-53B1-49A9-981B-9A92545AAA58}" srcOrd="1" destOrd="0" parTransId="{085B9917-83C6-400E-A84F-2C5381FB212C}" sibTransId="{2047404F-EBF5-4DC1-A571-7209CBCC988A}"/>
    <dgm:cxn modelId="{DACBE7C8-8603-4D1D-8A60-BB3A6F368FDC}" type="presOf" srcId="{2047404F-EBF5-4DC1-A571-7209CBCC988A}" destId="{47B90E97-90A6-4587-BF6E-5431828D881F}" srcOrd="1" destOrd="0" presId="urn:microsoft.com/office/officeart/2005/8/layout/process1"/>
    <dgm:cxn modelId="{F420DDEE-F614-49B7-AEED-AB37BE497EE0}" srcId="{05F338B4-F16B-4EC0-BAA5-CC90D7A5FDEA}" destId="{E9E425EC-65FB-4783-8053-0343D3017829}" srcOrd="0" destOrd="0" parTransId="{9416792E-B0BD-4012-BAC4-752F8B5A1B8A}" sibTransId="{1EA8803A-A8EE-4DBB-8745-7B01A00E4DA9}"/>
    <dgm:cxn modelId="{9B6B04EF-9DDE-410C-8971-9E6A515ACCCE}" srcId="{05F338B4-F16B-4EC0-BAA5-CC90D7A5FDEA}" destId="{7301072E-A918-4FD3-8CFF-8086F0AB1BEC}" srcOrd="2" destOrd="0" parTransId="{A653F2C7-C756-4ECA-84EA-65A23C672B55}" sibTransId="{CE3C334D-C9AF-4A44-959B-DA2A384A3971}"/>
    <dgm:cxn modelId="{CDC5FC63-03A9-465D-A91D-DDFB037C47A4}" type="presParOf" srcId="{6F70103B-B7FA-483A-8834-C7372210BA2F}" destId="{D7623CB4-3516-4CCF-87BD-3D4EDA6CEC91}" srcOrd="0" destOrd="0" presId="urn:microsoft.com/office/officeart/2005/8/layout/process1"/>
    <dgm:cxn modelId="{7FF3327B-B24F-44B4-A56E-5266F3C0F31E}" type="presParOf" srcId="{6F70103B-B7FA-483A-8834-C7372210BA2F}" destId="{E6BD4BC8-4096-468B-B970-0E71BF937374}" srcOrd="1" destOrd="0" presId="urn:microsoft.com/office/officeart/2005/8/layout/process1"/>
    <dgm:cxn modelId="{0BC3403B-BBAD-45E7-A8F1-054442B598E8}" type="presParOf" srcId="{E6BD4BC8-4096-468B-B970-0E71BF937374}" destId="{D8A3D579-522C-4523-AA37-47DE1D164E9D}" srcOrd="0" destOrd="0" presId="urn:microsoft.com/office/officeart/2005/8/layout/process1"/>
    <dgm:cxn modelId="{055A220E-0FCC-4228-94B1-4D800C3DE397}" type="presParOf" srcId="{6F70103B-B7FA-483A-8834-C7372210BA2F}" destId="{FCB2933A-2324-46E4-89B9-12EA242A71D6}" srcOrd="2" destOrd="0" presId="urn:microsoft.com/office/officeart/2005/8/layout/process1"/>
    <dgm:cxn modelId="{EA45DB9C-C002-4E8E-A22E-36DFB39DFBC6}" type="presParOf" srcId="{6F70103B-B7FA-483A-8834-C7372210BA2F}" destId="{74F4AE77-13B0-4822-9DDB-DB2181968079}" srcOrd="3" destOrd="0" presId="urn:microsoft.com/office/officeart/2005/8/layout/process1"/>
    <dgm:cxn modelId="{01EED69A-A11B-4070-982E-454444250033}" type="presParOf" srcId="{74F4AE77-13B0-4822-9DDB-DB2181968079}" destId="{47B90E97-90A6-4587-BF6E-5431828D881F}" srcOrd="0" destOrd="0" presId="urn:microsoft.com/office/officeart/2005/8/layout/process1"/>
    <dgm:cxn modelId="{9027FA30-5DBD-47D6-B45E-7A9F4AE8C991}" type="presParOf" srcId="{6F70103B-B7FA-483A-8834-C7372210BA2F}" destId="{CA30DE41-30B2-4C36-BD65-24ABA63A5ABB}" srcOrd="4" destOrd="0" presId="urn:microsoft.com/office/officeart/2005/8/layout/process1"/>
    <dgm:cxn modelId="{77F98912-D05B-4F3F-A373-5B0F987AC6DC}" type="presParOf" srcId="{6F70103B-B7FA-483A-8834-C7372210BA2F}" destId="{E71DCAE1-C105-4BDA-A44D-1D154C764CB6}" srcOrd="5" destOrd="0" presId="urn:microsoft.com/office/officeart/2005/8/layout/process1"/>
    <dgm:cxn modelId="{C987D68A-6D17-4517-81C3-CEE278EF9BB0}" type="presParOf" srcId="{E71DCAE1-C105-4BDA-A44D-1D154C764CB6}" destId="{3DEC4A44-64F6-40D2-A74C-CCD18C6E750C}" srcOrd="0" destOrd="0" presId="urn:microsoft.com/office/officeart/2005/8/layout/process1"/>
    <dgm:cxn modelId="{2CCDF275-F1CB-4BEC-A6B1-27A2B90A61E8}" type="presParOf" srcId="{6F70103B-B7FA-483A-8834-C7372210BA2F}" destId="{AF943B26-6108-48D3-A874-E7DFD736B9B4}" srcOrd="6" destOrd="0" presId="urn:microsoft.com/office/officeart/2005/8/layout/process1"/>
    <dgm:cxn modelId="{0E5D53AE-53CC-4410-AAAB-9AE020C41BEC}" type="presParOf" srcId="{6F70103B-B7FA-483A-8834-C7372210BA2F}" destId="{88530FDD-857B-4CA0-98F6-04528C3A10F6}" srcOrd="7" destOrd="0" presId="urn:microsoft.com/office/officeart/2005/8/layout/process1"/>
    <dgm:cxn modelId="{3C115450-954B-474D-B873-6B299CE5D949}" type="presParOf" srcId="{88530FDD-857B-4CA0-98F6-04528C3A10F6}" destId="{F5DA2BE5-56A6-4B84-8DF0-FA1EB8E0A956}" srcOrd="0" destOrd="0" presId="urn:microsoft.com/office/officeart/2005/8/layout/process1"/>
    <dgm:cxn modelId="{7D9E1993-E01D-4F78-84B6-AA2CE80CE82A}" type="presParOf" srcId="{6F70103B-B7FA-483A-8834-C7372210BA2F}" destId="{4F79E099-0268-4BCE-ACF8-95D4EC1EFB0A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graphics/data9.xml><?xml version="1.0" encoding="utf-8"?>
<dgm:dataModel xmlns:dgm="http://schemas.openxmlformats.org/drawingml/2006/diagram" xmlns:a="http://schemas.openxmlformats.org/drawingml/2006/main">
  <dgm:ptLst>
    <dgm:pt modelId="{6B70C726-B256-48F4-B8FD-8EE551E3DDEE}" type="doc">
      <dgm:prSet loTypeId="urn:microsoft.com/office/officeart/2005/8/layout/process2" loCatId="process" qsTypeId="urn:microsoft.com/office/officeart/2005/8/quickstyle/simple1#3" qsCatId="simple" csTypeId="urn:microsoft.com/office/officeart/2005/8/colors/accent1_2#2" csCatId="accent1" phldr="1"/>
      <dgm:spPr/>
    </dgm:pt>
    <dgm:pt modelId="{C6866D5A-D825-4919-B982-CC5FB346400E}">
      <dgm:prSet phldrT="[Text]" custT="1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 w="1905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>
            <a:buNone/>
          </a:pPr>
          <a:r>
            <a:rPr lang="en-IN" sz="2400" dirty="0">
              <a:solidFill>
                <a:schemeClr val="accent5">
                  <a:lumMod val="75000"/>
                </a:schemeClr>
              </a:solidFill>
            </a:rPr>
            <a:t>Complaint Input</a:t>
          </a:r>
        </a:p>
      </dgm:t>
    </dgm:pt>
    <dgm:pt modelId="{B3418BEF-3B1D-43C5-B661-501BD30809A8}" type="parTrans" cxnId="{1581E09D-DD3C-481B-B96D-E48745829BB8}">
      <dgm:prSet/>
      <dgm:spPr/>
      <dgm:t>
        <a:bodyPr/>
        <a:lstStyle/>
        <a:p>
          <a:endParaRPr lang="en-IN"/>
        </a:p>
      </dgm:t>
    </dgm:pt>
    <dgm:pt modelId="{C5E5D9E5-5C98-4813-B6BF-77EC126A1F63}" type="sibTrans" cxnId="{1581E09D-DD3C-481B-B96D-E48745829BB8}">
      <dgm:prSet custT="1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 w="1905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endParaRPr lang="en-IN" sz="2400">
            <a:solidFill>
              <a:schemeClr val="accent5">
                <a:lumMod val="75000"/>
              </a:schemeClr>
            </a:solidFill>
          </a:endParaRPr>
        </a:p>
      </dgm:t>
    </dgm:pt>
    <dgm:pt modelId="{9EF9E778-E44B-4629-B0F7-09F0040D4346}">
      <dgm:prSet phldrT="[Text]" custT="1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 w="1905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>
            <a:buNone/>
          </a:pPr>
          <a:r>
            <a:rPr lang="en-IN" sz="2400" dirty="0">
              <a:solidFill>
                <a:schemeClr val="accent5">
                  <a:lumMod val="75000"/>
                </a:schemeClr>
              </a:solidFill>
            </a:rPr>
            <a:t>Extract Facts</a:t>
          </a:r>
        </a:p>
      </dgm:t>
    </dgm:pt>
    <dgm:pt modelId="{4832E96B-A1BA-41FA-9F03-6A9840F3420C}" type="parTrans" cxnId="{BE0278DA-D2C0-4166-B01F-11F61EF80FEE}">
      <dgm:prSet/>
      <dgm:spPr/>
      <dgm:t>
        <a:bodyPr/>
        <a:lstStyle/>
        <a:p>
          <a:endParaRPr lang="en-IN"/>
        </a:p>
      </dgm:t>
    </dgm:pt>
    <dgm:pt modelId="{4DC26E1B-DFDA-4A76-A821-0836B962CFBF}" type="sibTrans" cxnId="{BE0278DA-D2C0-4166-B01F-11F61EF80FEE}">
      <dgm:prSet custT="1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 w="1905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endParaRPr lang="en-IN" sz="2400">
            <a:solidFill>
              <a:schemeClr val="accent5">
                <a:lumMod val="75000"/>
              </a:schemeClr>
            </a:solidFill>
          </a:endParaRPr>
        </a:p>
      </dgm:t>
    </dgm:pt>
    <dgm:pt modelId="{A8E3C4A3-3832-44EC-9F57-9E66B9E5526F}">
      <dgm:prSet phldrT="[Text]" custT="1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 w="1905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>
            <a:buNone/>
          </a:pPr>
          <a:r>
            <a:rPr lang="en-IN" sz="2400" dirty="0">
              <a:solidFill>
                <a:schemeClr val="accent5">
                  <a:lumMod val="75000"/>
                </a:schemeClr>
              </a:solidFill>
            </a:rPr>
            <a:t>Similar Reports</a:t>
          </a:r>
        </a:p>
      </dgm:t>
    </dgm:pt>
    <dgm:pt modelId="{C9E39041-531D-4E40-996B-F9C2449FA675}" type="parTrans" cxnId="{7290B48A-CF54-4183-B1BB-0684220EE4E8}">
      <dgm:prSet/>
      <dgm:spPr/>
      <dgm:t>
        <a:bodyPr/>
        <a:lstStyle/>
        <a:p>
          <a:endParaRPr lang="en-IN"/>
        </a:p>
      </dgm:t>
    </dgm:pt>
    <dgm:pt modelId="{8A2812C8-E815-49DC-B329-F1CE34F112EA}" type="sibTrans" cxnId="{7290B48A-CF54-4183-B1BB-0684220EE4E8}">
      <dgm:prSet custT="1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 w="1905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endParaRPr lang="en-IN" sz="2400">
            <a:solidFill>
              <a:schemeClr val="accent5">
                <a:lumMod val="75000"/>
              </a:schemeClr>
            </a:solidFill>
          </a:endParaRPr>
        </a:p>
      </dgm:t>
    </dgm:pt>
    <dgm:pt modelId="{77DB1C2A-B800-4350-ABEF-F184C0C6E7F1}">
      <dgm:prSet phldrT="[Text]" custT="1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 w="1905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>
            <a:buNone/>
          </a:pPr>
          <a:r>
            <a:rPr lang="en-IN" sz="2400" dirty="0">
              <a:solidFill>
                <a:schemeClr val="accent5">
                  <a:lumMod val="75000"/>
                </a:schemeClr>
              </a:solidFill>
            </a:rPr>
            <a:t>Trends and Recalls</a:t>
          </a:r>
        </a:p>
      </dgm:t>
    </dgm:pt>
    <dgm:pt modelId="{A7386559-39E7-4EAB-A54F-04E9C14C686B}" type="parTrans" cxnId="{162623B1-9572-4111-A89B-C777FA826AB8}">
      <dgm:prSet/>
      <dgm:spPr/>
      <dgm:t>
        <a:bodyPr/>
        <a:lstStyle/>
        <a:p>
          <a:endParaRPr lang="en-IN"/>
        </a:p>
      </dgm:t>
    </dgm:pt>
    <dgm:pt modelId="{4F9C069C-70A3-4B76-AF3B-1DF9ED96FB2F}" type="sibTrans" cxnId="{162623B1-9572-4111-A89B-C777FA826AB8}">
      <dgm:prSet custT="1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 w="1905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endParaRPr lang="en-IN" sz="2400">
            <a:solidFill>
              <a:schemeClr val="accent5">
                <a:lumMod val="75000"/>
              </a:schemeClr>
            </a:solidFill>
          </a:endParaRPr>
        </a:p>
      </dgm:t>
    </dgm:pt>
    <dgm:pt modelId="{04D1BC90-1E67-48BD-AAF6-E263B90C2765}">
      <dgm:prSet custT="1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 w="1905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>
            <a:buNone/>
          </a:pPr>
          <a:r>
            <a:rPr lang="en-IN" sz="2400" dirty="0">
              <a:solidFill>
                <a:schemeClr val="accent5">
                  <a:lumMod val="75000"/>
                </a:schemeClr>
              </a:solidFill>
            </a:rPr>
            <a:t>Priority + Regulation</a:t>
          </a:r>
        </a:p>
      </dgm:t>
    </dgm:pt>
    <dgm:pt modelId="{CB6C3AB8-0F57-4946-9BB6-3A4AD86C4849}" type="parTrans" cxnId="{50E0D261-6CF0-475A-B797-3C9E946EE8AB}">
      <dgm:prSet/>
      <dgm:spPr/>
      <dgm:t>
        <a:bodyPr/>
        <a:lstStyle/>
        <a:p>
          <a:endParaRPr lang="en-IN"/>
        </a:p>
      </dgm:t>
    </dgm:pt>
    <dgm:pt modelId="{C21079FC-67C3-4295-A130-0E25B531D7FC}" type="sibTrans" cxnId="{50E0D261-6CF0-475A-B797-3C9E946EE8AB}">
      <dgm:prSet custT="1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 w="1905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endParaRPr lang="en-IN" sz="2400">
            <a:solidFill>
              <a:schemeClr val="accent5">
                <a:lumMod val="75000"/>
              </a:schemeClr>
            </a:solidFill>
          </a:endParaRPr>
        </a:p>
      </dgm:t>
    </dgm:pt>
    <dgm:pt modelId="{19546330-45D9-4C23-88B3-01442AEDB9DD}">
      <dgm:prSet phldrT="[Text]" custT="1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 w="1905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>
            <a:buNone/>
          </a:pPr>
          <a:r>
            <a:rPr lang="en-IN" sz="2400" dirty="0">
              <a:solidFill>
                <a:schemeClr val="accent5">
                  <a:lumMod val="75000"/>
                </a:schemeClr>
              </a:solidFill>
            </a:rPr>
            <a:t>Human Review</a:t>
          </a:r>
        </a:p>
      </dgm:t>
    </dgm:pt>
    <dgm:pt modelId="{B437B8FF-891F-418D-862F-18277A74D055}" type="parTrans" cxnId="{B41FD702-D702-47F8-9FDB-D6505BEE28D2}">
      <dgm:prSet/>
      <dgm:spPr/>
      <dgm:t>
        <a:bodyPr/>
        <a:lstStyle/>
        <a:p>
          <a:endParaRPr lang="en-IN"/>
        </a:p>
      </dgm:t>
    </dgm:pt>
    <dgm:pt modelId="{E5D6F7F1-9CFD-461F-86A8-BDD545EB7D25}" type="sibTrans" cxnId="{B41FD702-D702-47F8-9FDB-D6505BEE28D2}">
      <dgm:prSet/>
      <dgm:spPr/>
      <dgm:t>
        <a:bodyPr/>
        <a:lstStyle/>
        <a:p>
          <a:endParaRPr lang="en-IN"/>
        </a:p>
      </dgm:t>
    </dgm:pt>
    <dgm:pt modelId="{09D7CB0B-B18A-4568-8E0D-5A72224F2D6B}" type="pres">
      <dgm:prSet presAssocID="{6B70C726-B256-48F4-B8FD-8EE551E3DDEE}" presName="linearFlow" presStyleCnt="0">
        <dgm:presLayoutVars>
          <dgm:resizeHandles val="exact"/>
        </dgm:presLayoutVars>
      </dgm:prSet>
      <dgm:spPr/>
    </dgm:pt>
    <dgm:pt modelId="{977D46B1-104B-48CF-813E-5192A6227083}" type="pres">
      <dgm:prSet presAssocID="{C6866D5A-D825-4919-B982-CC5FB346400E}" presName="node" presStyleLbl="node1" presStyleIdx="0" presStyleCnt="6" custScaleX="133100" custScaleY="133100">
        <dgm:presLayoutVars>
          <dgm:bulletEnabled val="1"/>
        </dgm:presLayoutVars>
      </dgm:prSet>
      <dgm:spPr/>
    </dgm:pt>
    <dgm:pt modelId="{1D4956C4-9D64-46B3-BB3F-106A00EBCDB5}" type="pres">
      <dgm:prSet presAssocID="{C5E5D9E5-5C98-4813-B6BF-77EC126A1F63}" presName="sibTrans" presStyleLbl="sibTrans2D1" presStyleIdx="0" presStyleCnt="5" custScaleX="133100" custScaleY="133100"/>
      <dgm:spPr/>
    </dgm:pt>
    <dgm:pt modelId="{75D968F3-501F-463D-8A75-B9ADF5C8EE01}" type="pres">
      <dgm:prSet presAssocID="{C5E5D9E5-5C98-4813-B6BF-77EC126A1F63}" presName="connectorText" presStyleLbl="sibTrans2D1" presStyleIdx="0" presStyleCnt="5"/>
      <dgm:spPr/>
    </dgm:pt>
    <dgm:pt modelId="{2641BAFA-062A-4B83-813E-B3215666BEC9}" type="pres">
      <dgm:prSet presAssocID="{9EF9E778-E44B-4629-B0F7-09F0040D4346}" presName="node" presStyleLbl="node1" presStyleIdx="1" presStyleCnt="6" custScaleX="133100" custScaleY="133100">
        <dgm:presLayoutVars>
          <dgm:bulletEnabled val="1"/>
        </dgm:presLayoutVars>
      </dgm:prSet>
      <dgm:spPr/>
    </dgm:pt>
    <dgm:pt modelId="{4E646B70-3CFC-47A2-9D4F-03D66C2F0155}" type="pres">
      <dgm:prSet presAssocID="{4DC26E1B-DFDA-4A76-A821-0836B962CFBF}" presName="sibTrans" presStyleLbl="sibTrans2D1" presStyleIdx="1" presStyleCnt="5" custScaleX="133100" custScaleY="133100"/>
      <dgm:spPr/>
    </dgm:pt>
    <dgm:pt modelId="{BFAF5EFA-0061-4051-A3DA-25A8649F9E65}" type="pres">
      <dgm:prSet presAssocID="{4DC26E1B-DFDA-4A76-A821-0836B962CFBF}" presName="connectorText" presStyleLbl="sibTrans2D1" presStyleIdx="1" presStyleCnt="5"/>
      <dgm:spPr/>
    </dgm:pt>
    <dgm:pt modelId="{92B0C99A-C8C6-453F-929C-9A3D1E1F2F80}" type="pres">
      <dgm:prSet presAssocID="{A8E3C4A3-3832-44EC-9F57-9E66B9E5526F}" presName="node" presStyleLbl="node1" presStyleIdx="2" presStyleCnt="6" custScaleX="133100" custScaleY="133100">
        <dgm:presLayoutVars>
          <dgm:bulletEnabled val="1"/>
        </dgm:presLayoutVars>
      </dgm:prSet>
      <dgm:spPr/>
    </dgm:pt>
    <dgm:pt modelId="{9D0D5DA5-4DE8-46F2-89D2-3F1F09BD033C}" type="pres">
      <dgm:prSet presAssocID="{8A2812C8-E815-49DC-B329-F1CE34F112EA}" presName="sibTrans" presStyleLbl="sibTrans2D1" presStyleIdx="2" presStyleCnt="5" custScaleX="133100" custScaleY="133100"/>
      <dgm:spPr/>
    </dgm:pt>
    <dgm:pt modelId="{64EDE169-B84F-402E-B344-6AF662FA455C}" type="pres">
      <dgm:prSet presAssocID="{8A2812C8-E815-49DC-B329-F1CE34F112EA}" presName="connectorText" presStyleLbl="sibTrans2D1" presStyleIdx="2" presStyleCnt="5"/>
      <dgm:spPr/>
    </dgm:pt>
    <dgm:pt modelId="{AB2D385A-BFC4-4607-82EA-FEBE390399C2}" type="pres">
      <dgm:prSet presAssocID="{77DB1C2A-B800-4350-ABEF-F184C0C6E7F1}" presName="node" presStyleLbl="node1" presStyleIdx="3" presStyleCnt="6" custScaleX="133100" custScaleY="133100">
        <dgm:presLayoutVars>
          <dgm:bulletEnabled val="1"/>
        </dgm:presLayoutVars>
      </dgm:prSet>
      <dgm:spPr/>
    </dgm:pt>
    <dgm:pt modelId="{11409950-681A-43F9-8836-04EE11D5028D}" type="pres">
      <dgm:prSet presAssocID="{4F9C069C-70A3-4B76-AF3B-1DF9ED96FB2F}" presName="sibTrans" presStyleLbl="sibTrans2D1" presStyleIdx="3" presStyleCnt="5" custScaleX="133100" custScaleY="133100"/>
      <dgm:spPr/>
    </dgm:pt>
    <dgm:pt modelId="{691E2513-7C48-4576-9A6B-29BC1A64DAB0}" type="pres">
      <dgm:prSet presAssocID="{4F9C069C-70A3-4B76-AF3B-1DF9ED96FB2F}" presName="connectorText" presStyleLbl="sibTrans2D1" presStyleIdx="3" presStyleCnt="5"/>
      <dgm:spPr/>
    </dgm:pt>
    <dgm:pt modelId="{47DA1F20-8E82-45E6-9872-F92E3BA6D539}" type="pres">
      <dgm:prSet presAssocID="{04D1BC90-1E67-48BD-AAF6-E263B90C2765}" presName="node" presStyleLbl="node1" presStyleIdx="4" presStyleCnt="6" custScaleX="133100" custScaleY="133100">
        <dgm:presLayoutVars>
          <dgm:bulletEnabled val="1"/>
        </dgm:presLayoutVars>
      </dgm:prSet>
      <dgm:spPr/>
    </dgm:pt>
    <dgm:pt modelId="{291641C7-10C6-4B2D-A87A-3B3A4BE5DD21}" type="pres">
      <dgm:prSet presAssocID="{C21079FC-67C3-4295-A130-0E25B531D7FC}" presName="sibTrans" presStyleLbl="sibTrans2D1" presStyleIdx="4" presStyleCnt="5" custScaleX="133100" custScaleY="133100"/>
      <dgm:spPr/>
    </dgm:pt>
    <dgm:pt modelId="{9A254232-9DC4-4AD9-BABF-CAD251F83B79}" type="pres">
      <dgm:prSet presAssocID="{C21079FC-67C3-4295-A130-0E25B531D7FC}" presName="connectorText" presStyleLbl="sibTrans2D1" presStyleIdx="4" presStyleCnt="5"/>
      <dgm:spPr/>
    </dgm:pt>
    <dgm:pt modelId="{1302D934-D468-496F-953F-DE26ECABB253}" type="pres">
      <dgm:prSet presAssocID="{19546330-45D9-4C23-88B3-01442AEDB9DD}" presName="node" presStyleLbl="node1" presStyleIdx="5" presStyleCnt="6" custScaleX="133100" custScaleY="133100">
        <dgm:presLayoutVars>
          <dgm:bulletEnabled val="1"/>
        </dgm:presLayoutVars>
      </dgm:prSet>
      <dgm:spPr/>
    </dgm:pt>
  </dgm:ptLst>
  <dgm:cxnLst>
    <dgm:cxn modelId="{4259C400-334E-4E0C-9887-936106C14FED}" type="presOf" srcId="{4F9C069C-70A3-4B76-AF3B-1DF9ED96FB2F}" destId="{11409950-681A-43F9-8836-04EE11D5028D}" srcOrd="0" destOrd="0" presId="urn:microsoft.com/office/officeart/2005/8/layout/process2"/>
    <dgm:cxn modelId="{B41FD702-D702-47F8-9FDB-D6505BEE28D2}" srcId="{6B70C726-B256-48F4-B8FD-8EE551E3DDEE}" destId="{19546330-45D9-4C23-88B3-01442AEDB9DD}" srcOrd="5" destOrd="0" parTransId="{B437B8FF-891F-418D-862F-18277A74D055}" sibTransId="{E5D6F7F1-9CFD-461F-86A8-BDD545EB7D25}"/>
    <dgm:cxn modelId="{549A0E13-7810-43D5-8E35-C516F1E1B555}" type="presOf" srcId="{8A2812C8-E815-49DC-B329-F1CE34F112EA}" destId="{9D0D5DA5-4DE8-46F2-89D2-3F1F09BD033C}" srcOrd="0" destOrd="0" presId="urn:microsoft.com/office/officeart/2005/8/layout/process2"/>
    <dgm:cxn modelId="{50E0D261-6CF0-475A-B797-3C9E946EE8AB}" srcId="{6B70C726-B256-48F4-B8FD-8EE551E3DDEE}" destId="{04D1BC90-1E67-48BD-AAF6-E263B90C2765}" srcOrd="4" destOrd="0" parTransId="{CB6C3AB8-0F57-4946-9BB6-3A4AD86C4849}" sibTransId="{C21079FC-67C3-4295-A130-0E25B531D7FC}"/>
    <dgm:cxn modelId="{C368D442-0B17-4250-9391-32D2D0629658}" type="presOf" srcId="{C5E5D9E5-5C98-4813-B6BF-77EC126A1F63}" destId="{1D4956C4-9D64-46B3-BB3F-106A00EBCDB5}" srcOrd="0" destOrd="0" presId="urn:microsoft.com/office/officeart/2005/8/layout/process2"/>
    <dgm:cxn modelId="{14FF8B6A-8DC2-4C34-AB78-D7D53DB75608}" type="presOf" srcId="{C21079FC-67C3-4295-A130-0E25B531D7FC}" destId="{9A254232-9DC4-4AD9-BABF-CAD251F83B79}" srcOrd="1" destOrd="0" presId="urn:microsoft.com/office/officeart/2005/8/layout/process2"/>
    <dgm:cxn modelId="{EEF82A80-2E6B-4719-98A4-5DC6650A8AA3}" type="presOf" srcId="{4DC26E1B-DFDA-4A76-A821-0836B962CFBF}" destId="{BFAF5EFA-0061-4051-A3DA-25A8649F9E65}" srcOrd="1" destOrd="0" presId="urn:microsoft.com/office/officeart/2005/8/layout/process2"/>
    <dgm:cxn modelId="{43FC9580-25E4-4E8B-A369-A54B8D2FC33A}" type="presOf" srcId="{4F9C069C-70A3-4B76-AF3B-1DF9ED96FB2F}" destId="{691E2513-7C48-4576-9A6B-29BC1A64DAB0}" srcOrd="1" destOrd="0" presId="urn:microsoft.com/office/officeart/2005/8/layout/process2"/>
    <dgm:cxn modelId="{1D9AD883-9110-4FC1-9597-47CF9FC7603F}" type="presOf" srcId="{C21079FC-67C3-4295-A130-0E25B531D7FC}" destId="{291641C7-10C6-4B2D-A87A-3B3A4BE5DD21}" srcOrd="0" destOrd="0" presId="urn:microsoft.com/office/officeart/2005/8/layout/process2"/>
    <dgm:cxn modelId="{7290B48A-CF54-4183-B1BB-0684220EE4E8}" srcId="{6B70C726-B256-48F4-B8FD-8EE551E3DDEE}" destId="{A8E3C4A3-3832-44EC-9F57-9E66B9E5526F}" srcOrd="2" destOrd="0" parTransId="{C9E39041-531D-4E40-996B-F9C2449FA675}" sibTransId="{8A2812C8-E815-49DC-B329-F1CE34F112EA}"/>
    <dgm:cxn modelId="{A0043D92-8896-4128-BC10-AE5D37F9445E}" type="presOf" srcId="{C6866D5A-D825-4919-B982-CC5FB346400E}" destId="{977D46B1-104B-48CF-813E-5192A6227083}" srcOrd="0" destOrd="0" presId="urn:microsoft.com/office/officeart/2005/8/layout/process2"/>
    <dgm:cxn modelId="{214EE597-6FDE-4724-A01D-E7347BC094EC}" type="presOf" srcId="{6B70C726-B256-48F4-B8FD-8EE551E3DDEE}" destId="{09D7CB0B-B18A-4568-8E0D-5A72224F2D6B}" srcOrd="0" destOrd="0" presId="urn:microsoft.com/office/officeart/2005/8/layout/process2"/>
    <dgm:cxn modelId="{18481C98-5B9C-4A30-9158-0D9377F5731A}" type="presOf" srcId="{A8E3C4A3-3832-44EC-9F57-9E66B9E5526F}" destId="{92B0C99A-C8C6-453F-929C-9A3D1E1F2F80}" srcOrd="0" destOrd="0" presId="urn:microsoft.com/office/officeart/2005/8/layout/process2"/>
    <dgm:cxn modelId="{1581E09D-DD3C-481B-B96D-E48745829BB8}" srcId="{6B70C726-B256-48F4-B8FD-8EE551E3DDEE}" destId="{C6866D5A-D825-4919-B982-CC5FB346400E}" srcOrd="0" destOrd="0" parTransId="{B3418BEF-3B1D-43C5-B661-501BD30809A8}" sibTransId="{C5E5D9E5-5C98-4813-B6BF-77EC126A1F63}"/>
    <dgm:cxn modelId="{FD183AA1-6823-45AD-823B-CB79AC22D8B0}" type="presOf" srcId="{77DB1C2A-B800-4350-ABEF-F184C0C6E7F1}" destId="{AB2D385A-BFC4-4607-82EA-FEBE390399C2}" srcOrd="0" destOrd="0" presId="urn:microsoft.com/office/officeart/2005/8/layout/process2"/>
    <dgm:cxn modelId="{13ADCBA5-7BFD-4312-829D-61E7764198A0}" type="presOf" srcId="{19546330-45D9-4C23-88B3-01442AEDB9DD}" destId="{1302D934-D468-496F-953F-DE26ECABB253}" srcOrd="0" destOrd="0" presId="urn:microsoft.com/office/officeart/2005/8/layout/process2"/>
    <dgm:cxn modelId="{162623B1-9572-4111-A89B-C777FA826AB8}" srcId="{6B70C726-B256-48F4-B8FD-8EE551E3DDEE}" destId="{77DB1C2A-B800-4350-ABEF-F184C0C6E7F1}" srcOrd="3" destOrd="0" parTransId="{A7386559-39E7-4EAB-A54F-04E9C14C686B}" sibTransId="{4F9C069C-70A3-4B76-AF3B-1DF9ED96FB2F}"/>
    <dgm:cxn modelId="{8CC2BEBD-19EC-4A0A-BC86-6F93C3510AF3}" type="presOf" srcId="{04D1BC90-1E67-48BD-AAF6-E263B90C2765}" destId="{47DA1F20-8E82-45E6-9872-F92E3BA6D539}" srcOrd="0" destOrd="0" presId="urn:microsoft.com/office/officeart/2005/8/layout/process2"/>
    <dgm:cxn modelId="{B5DF76C9-DA8B-4C48-BDB4-AEFB203B4D50}" type="presOf" srcId="{4DC26E1B-DFDA-4A76-A821-0836B962CFBF}" destId="{4E646B70-3CFC-47A2-9D4F-03D66C2F0155}" srcOrd="0" destOrd="0" presId="urn:microsoft.com/office/officeart/2005/8/layout/process2"/>
    <dgm:cxn modelId="{BE0278DA-D2C0-4166-B01F-11F61EF80FEE}" srcId="{6B70C726-B256-48F4-B8FD-8EE551E3DDEE}" destId="{9EF9E778-E44B-4629-B0F7-09F0040D4346}" srcOrd="1" destOrd="0" parTransId="{4832E96B-A1BA-41FA-9F03-6A9840F3420C}" sibTransId="{4DC26E1B-DFDA-4A76-A821-0836B962CFBF}"/>
    <dgm:cxn modelId="{33CF0DE8-A439-4F99-AFDF-B3F16A48B6A3}" type="presOf" srcId="{C5E5D9E5-5C98-4813-B6BF-77EC126A1F63}" destId="{75D968F3-501F-463D-8A75-B9ADF5C8EE01}" srcOrd="1" destOrd="0" presId="urn:microsoft.com/office/officeart/2005/8/layout/process2"/>
    <dgm:cxn modelId="{0448ACF5-DEE9-4419-B596-0549548B90BF}" type="presOf" srcId="{8A2812C8-E815-49DC-B329-F1CE34F112EA}" destId="{64EDE169-B84F-402E-B344-6AF662FA455C}" srcOrd="1" destOrd="0" presId="urn:microsoft.com/office/officeart/2005/8/layout/process2"/>
    <dgm:cxn modelId="{97F7D6F8-DEA2-4F49-9486-19AC61FC8973}" type="presOf" srcId="{9EF9E778-E44B-4629-B0F7-09F0040D4346}" destId="{2641BAFA-062A-4B83-813E-B3215666BEC9}" srcOrd="0" destOrd="0" presId="urn:microsoft.com/office/officeart/2005/8/layout/process2"/>
    <dgm:cxn modelId="{14CEA12C-911F-4376-A7AC-1AFD74AD56BA}" type="presParOf" srcId="{09D7CB0B-B18A-4568-8E0D-5A72224F2D6B}" destId="{977D46B1-104B-48CF-813E-5192A6227083}" srcOrd="0" destOrd="0" presId="urn:microsoft.com/office/officeart/2005/8/layout/process2"/>
    <dgm:cxn modelId="{506E12F9-CA0F-4F17-8B5C-B58ACFAEB85F}" type="presParOf" srcId="{09D7CB0B-B18A-4568-8E0D-5A72224F2D6B}" destId="{1D4956C4-9D64-46B3-BB3F-106A00EBCDB5}" srcOrd="1" destOrd="0" presId="urn:microsoft.com/office/officeart/2005/8/layout/process2"/>
    <dgm:cxn modelId="{A9E0C62C-1AF0-4B6F-ABC5-E6714B353251}" type="presParOf" srcId="{1D4956C4-9D64-46B3-BB3F-106A00EBCDB5}" destId="{75D968F3-501F-463D-8A75-B9ADF5C8EE01}" srcOrd="0" destOrd="0" presId="urn:microsoft.com/office/officeart/2005/8/layout/process2"/>
    <dgm:cxn modelId="{4AB3A7D4-6085-4757-B9CA-FB9074157ECB}" type="presParOf" srcId="{09D7CB0B-B18A-4568-8E0D-5A72224F2D6B}" destId="{2641BAFA-062A-4B83-813E-B3215666BEC9}" srcOrd="2" destOrd="0" presId="urn:microsoft.com/office/officeart/2005/8/layout/process2"/>
    <dgm:cxn modelId="{27F8453C-E8FA-4F91-B170-313ABEEC394F}" type="presParOf" srcId="{09D7CB0B-B18A-4568-8E0D-5A72224F2D6B}" destId="{4E646B70-3CFC-47A2-9D4F-03D66C2F0155}" srcOrd="3" destOrd="0" presId="urn:microsoft.com/office/officeart/2005/8/layout/process2"/>
    <dgm:cxn modelId="{579B4BB7-71AC-4986-B387-8CD7D66F8FD4}" type="presParOf" srcId="{4E646B70-3CFC-47A2-9D4F-03D66C2F0155}" destId="{BFAF5EFA-0061-4051-A3DA-25A8649F9E65}" srcOrd="0" destOrd="0" presId="urn:microsoft.com/office/officeart/2005/8/layout/process2"/>
    <dgm:cxn modelId="{8D0792F2-7E1C-474B-8F26-F2C3BC322991}" type="presParOf" srcId="{09D7CB0B-B18A-4568-8E0D-5A72224F2D6B}" destId="{92B0C99A-C8C6-453F-929C-9A3D1E1F2F80}" srcOrd="4" destOrd="0" presId="urn:microsoft.com/office/officeart/2005/8/layout/process2"/>
    <dgm:cxn modelId="{E9CFD4DA-1A91-47C7-96DE-4A2635A0A075}" type="presParOf" srcId="{09D7CB0B-B18A-4568-8E0D-5A72224F2D6B}" destId="{9D0D5DA5-4DE8-46F2-89D2-3F1F09BD033C}" srcOrd="5" destOrd="0" presId="urn:microsoft.com/office/officeart/2005/8/layout/process2"/>
    <dgm:cxn modelId="{7A4E130A-1F66-49BB-B09C-2E53082FFCB0}" type="presParOf" srcId="{9D0D5DA5-4DE8-46F2-89D2-3F1F09BD033C}" destId="{64EDE169-B84F-402E-B344-6AF662FA455C}" srcOrd="0" destOrd="0" presId="urn:microsoft.com/office/officeart/2005/8/layout/process2"/>
    <dgm:cxn modelId="{ED77369D-8B77-4A29-BE6C-8E26DAAE198D}" type="presParOf" srcId="{09D7CB0B-B18A-4568-8E0D-5A72224F2D6B}" destId="{AB2D385A-BFC4-4607-82EA-FEBE390399C2}" srcOrd="6" destOrd="0" presId="urn:microsoft.com/office/officeart/2005/8/layout/process2"/>
    <dgm:cxn modelId="{C4D64093-E2CA-4260-9F12-778F66A52028}" type="presParOf" srcId="{09D7CB0B-B18A-4568-8E0D-5A72224F2D6B}" destId="{11409950-681A-43F9-8836-04EE11D5028D}" srcOrd="7" destOrd="0" presId="urn:microsoft.com/office/officeart/2005/8/layout/process2"/>
    <dgm:cxn modelId="{30D25B58-4FE5-493B-92AF-B41B3E2633DF}" type="presParOf" srcId="{11409950-681A-43F9-8836-04EE11D5028D}" destId="{691E2513-7C48-4576-9A6B-29BC1A64DAB0}" srcOrd="0" destOrd="0" presId="urn:microsoft.com/office/officeart/2005/8/layout/process2"/>
    <dgm:cxn modelId="{F0BEF22C-40A3-475E-8CCE-37E092DAAE2A}" type="presParOf" srcId="{09D7CB0B-B18A-4568-8E0D-5A72224F2D6B}" destId="{47DA1F20-8E82-45E6-9872-F92E3BA6D539}" srcOrd="8" destOrd="0" presId="urn:microsoft.com/office/officeart/2005/8/layout/process2"/>
    <dgm:cxn modelId="{8424E43C-AC10-46B7-AB97-6C35398C8E34}" type="presParOf" srcId="{09D7CB0B-B18A-4568-8E0D-5A72224F2D6B}" destId="{291641C7-10C6-4B2D-A87A-3B3A4BE5DD21}" srcOrd="9" destOrd="0" presId="urn:microsoft.com/office/officeart/2005/8/layout/process2"/>
    <dgm:cxn modelId="{CEC2ED1D-676E-461B-9894-0E3F0F6EB7C1}" type="presParOf" srcId="{291641C7-10C6-4B2D-A87A-3B3A4BE5DD21}" destId="{9A254232-9DC4-4AD9-BABF-CAD251F83B79}" srcOrd="0" destOrd="0" presId="urn:microsoft.com/office/officeart/2005/8/layout/process2"/>
    <dgm:cxn modelId="{8092CB4A-F493-4135-BBA9-3E980B181B18}" type="presParOf" srcId="{09D7CB0B-B18A-4568-8E0D-5A72224F2D6B}" destId="{1302D934-D468-496F-953F-DE26ECABB253}" srcOrd="10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graphic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graphic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graphics/layout3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graphics/layout4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graphics/layout5.xml><?xml version="1.0" encoding="utf-8"?>
<dgm:layoutDef xmlns:dgm="http://schemas.openxmlformats.org/drawingml/2006/diagram" xmlns:a="http://schemas.openxmlformats.org/drawingml/2006/main" uniqueId="urn:microsoft.com/office/officeart/2026/layout/TextCardShortLineWide">
  <dgm:title val=""/>
  <dgm:desc val=""/>
  <dgm:catLst>
    <dgm:cat type="textcard" pri="107"/>
  </dgm:catLst>
  <dgm:sampData>
    <dgm:dataModel>
      <dgm:ptLst>
        <dgm:pt modelId="0" type="doc"/>
        <dgm:pt modelId="10">
          <dgm:prSet phldrT="Title" phldr="1"/>
        </dgm:pt>
        <dgm:pt modelId="11">
          <dgm:prSet phldrT="Description" phldr="1"/>
        </dgm:pt>
        <dgm:pt modelId="20">
          <dgm:prSet phldrT="Title" phldr="1"/>
        </dgm:pt>
        <dgm:pt modelId="21">
          <dgm:prSet phldrT="Description" phldr="1"/>
        </dgm:pt>
        <dgm:pt modelId="30">
          <dgm:prSet phldrT="Title" phldr="1"/>
        </dgm:pt>
        <dgm:pt modelId="31">
          <dgm:prSet phldrT="Description" phldr="1"/>
        </dgm:pt>
      </dgm:ptLst>
      <dgm:cxnLst>
        <dgm:cxn modelId="100" srcId="0" destId="10" srcOrd="0" destOrd="0"/>
        <dgm:cxn modelId="101" srcId="10" destId="11" srcOrd="0" destOrd="0"/>
        <dgm:cxn modelId="102" srcId="0" destId="20" srcOrd="1" destOrd="0"/>
        <dgm:cxn modelId="103" srcId="20" destId="21" srcOrd="0" destOrd="0"/>
        <dgm:cxn modelId="104" srcId="0" destId="30" srcOrd="2" destOrd="0"/>
        <dgm:cxn modelId="105" srcId="30" destId="3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horzAlign" val="ctr"/>
        </dgm:alg>
      </dgm:if>
      <dgm:else name="Name2">
        <dgm:alg type="lin">
          <dgm:param type="linDir" val="fromT"/>
          <dgm:param type="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w" for="ch" forName="compNode" refType="w"/>
          <dgm:constr type="h" for="ch" forName="compNode" refType="h" fact="0.65"/>
          <dgm:constr type="h" for="ch" forName="sibTrans" refType="h" refFor="ch" refForName="compNode" fact="0.15"/>
          <dgm:constr type="sp" refType="h" refFor="ch" refForName="compNode" op="equ" fact="0.15"/>
          <dgm:constr type="primFontSz" for="des" forName="titleText" op="equ" val="18"/>
          <dgm:constr type="primFontSz" for="des" forName="bodyText" op="equ" val="14"/>
          <dgm:constr type="h" for="des" forName="compNode" op="equ"/>
          <dgm:constr type="w" for="des" forName="compNode" op="equ"/>
        </dgm:constrLst>
      </dgm:if>
      <dgm:if name="Name5" axis="ch" ptType="node" func="cnt" op="lte" val="3">
        <dgm:constrLst>
          <dgm:constr type="w" for="ch" forName="compNode" refType="w"/>
          <dgm:constr type="h" for="ch" forName="compNode" refType="h" fact="0.65"/>
          <dgm:constr type="h" for="ch" forName="sibTrans" refType="h" refFor="ch" refForName="compNode" fact="0.15"/>
          <dgm:constr type="sp" refType="h" refFor="ch" refForName="compNode" op="equ" fact="0.15"/>
          <dgm:constr type="primFontSz" for="des" forName="titleText" op="equ" val="18"/>
          <dgm:constr type="primFontSz" for="des" forName="bodyText" op="equ" val="14"/>
          <dgm:constr type="h" for="des" forName="compNode" op="equ"/>
          <dgm:constr type="w" for="des" forName="compNode" op="equ"/>
        </dgm:constrLst>
      </dgm:if>
      <dgm:if name="Name5b" axis="ch" ptType="node" func="cnt" op="lte" val="4">
        <dgm:constrLst>
          <dgm:constr type="w" for="ch" forName="compNode" refType="w"/>
          <dgm:constr type="h" for="ch" forName="compNode" refType="h" fact="0.65"/>
          <dgm:constr type="h" for="ch" forName="sibTrans" refType="h" refFor="ch" refForName="compNode" fact="0.15"/>
          <dgm:constr type="sp" refType="h" refFor="ch" refForName="compNode" op="equ" fact="0.15"/>
          <dgm:constr type="primFontSz" for="des" forName="titleText" op="equ" val="18"/>
          <dgm:constr type="primFontSz" for="des" forName="bodyText" op="equ" val="14"/>
          <dgm:constr type="h" for="des" forName="compNode" op="equ"/>
          <dgm:constr type="w" for="des" forName="compNode" op="equ"/>
        </dgm:constrLst>
      </dgm:if>
      <dgm:if name="Name6" axis="ch" ptType="node" func="cnt" op="lte" val="6">
        <dgm:constrLst>
          <dgm:constr type="w" for="ch" forName="compNode" refType="w"/>
          <dgm:constr type="h" for="ch" forName="compNode" refType="h" fact="0.65"/>
          <dgm:constr type="h" for="ch" forName="sibTrans" refType="h" refFor="ch" refForName="compNode" fact="0.15"/>
          <dgm:constr type="sp" refType="h" refFor="ch" refForName="compNode" op="equ" fact="0.15"/>
          <dgm:constr type="primFontSz" for="des" forName="titleText" op="equ" val="18"/>
          <dgm:constr type="primFontSz" for="des" forName="bodyText" op="equ" val="14"/>
          <dgm:constr type="h" for="des" forName="compNode" op="equ"/>
          <dgm:constr type="w" for="des" forName="compNode" op="equ"/>
        </dgm:constrLst>
      </dgm:if>
      <dgm:else name="Name7">
        <dgm:constrLst>
          <dgm:constr type="w" for="ch" forName="compNode" refType="w"/>
          <dgm:constr type="h" for="ch" forName="compNode" refType="h" fact="0.65"/>
          <dgm:constr type="h" for="ch" forName="sibTrans" refType="h" refFor="ch" refForName="compNode" fact="0.15"/>
          <dgm:constr type="sp" refType="h" refFor="ch" refForName="compNode" op="equ" fact="0.15"/>
          <dgm:constr type="primFontSz" for="des" forName="titleText" op="equ" val="18"/>
          <dgm:constr type="primFontSz" for="des" forName="bodyText" op="equ" val="14"/>
          <dgm:constr type="h" for="des" forName="compNode" op="equ"/>
          <dgm:constr type="w" for="des" forName="compNode" op="equ"/>
        </dgm:constrLst>
      </dgm:else>
    </dgm:choose>
    <dgm:ruleLst>
      <dgm:rule type="h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l" for="ch" forName="accentLine" refType="w" fact="0.02"/>
          <dgm:constr type="t" for="ch" forName="accentLine"/>
          <dgm:constr type="w" for="ch" forName="accentLine" refType="w" fact="0.11"/>
          <dgm:constr type="h" for="ch" forName="accentLine" refType="h" fact="0.03"/>
          <dgm:constr type="l" for="ch" forName="titleText" refType="w" fact="0.02"/>
          <dgm:constr type="t" for="ch" forName="titleText" refType="h" fact="0.19"/>
          <dgm:constr type="w" for="ch" forName="titleText" refType="w" fact="0.96"/>
          <dgm:constr type="h" for="ch" forName="titleText" refType="h" fact="0.34"/>
          <dgm:constr type="l" for="ch" forName="bodyText" refType="w" fact="0.02"/>
          <dgm:constr type="t" for="ch" forName="bodyText" refType="h" fact="0.51"/>
          <dgm:constr type="w" for="ch" forName="bodyText" refType="w" fact="0.96"/>
          <dgm:constr type="h" for="ch" forName="bodyText" refType="h" fact="0.49"/>
        </dgm:constrLst>
        <dgm:ruleLst/>
        <dgm:layoutNode name="accentLine" styleLbl="dkBgShp">
          <dgm:alg type="sp"/>
          <dgm:shape xmlns:r="http://schemas.openxmlformats.org/officeDocument/2006/relationships" type="rect" r:blip="">
            <dgm:adjLst/>
            <dgm:extLst>
              <a:ext uri="{B698B0E9-8C71-41B9-8309-B3DCBF30829C}">
                <dgm1612:spPr xmlns:dgm1612="http://schemas.microsoft.com/office/drawing/2016/12/diagram">
                  <a:solidFill>
                    <a:schemeClr val="accent1"/>
                  </a:solidFill>
                </dgm1612:spPr>
              </a:ext>
            </dgm:extLst>
          </dgm:shape>
          <dgm:presOf/>
          <dgm:constrLst/>
          <dgm:ruleLst/>
        </dgm:layoutNode>
        <dgm:layoutNode name="titleText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8" fact="NaN" max="NaN"/>
          </dgm:ruleLst>
        </dgm:layoutNode>
        <dgm:layoutNode name="bodyText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7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graphics/layout6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graphics/layout7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graphics/layout8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graphics/layout9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graphic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graphics/quickStyle2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graphics/quickStyle3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graphics/quickStyle4.xml><?xml version="1.0" encoding="utf-8"?>
<dgm:styleDef xmlns:dgm="http://schemas.openxmlformats.org/drawingml/2006/diagram" xmlns:a="http://schemas.openxmlformats.org/drawingml/2006/main" uniqueId="urn:microsoft.com/office/officeart/2005/8/quickstyle/simple1#4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graphics/quickStyle5.xml><?xml version="1.0" encoding="utf-8"?>
<dgm:styleDef xmlns:dgm="http://schemas.openxmlformats.org/drawingml/2006/diagram" xmlns:a="http://schemas.openxmlformats.org/drawingml/2006/main" uniqueId="urn:microsoft.com/office/officeart/2005/8/quickstyle/simple1#5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graphic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graphics/quickStyle7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graphic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graphics/quickStyle9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9dddd06979469c" /></Relationships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7a99aeea5ceb4486" /><Relationship Type="http://schemas.openxmlformats.org/officeDocument/2006/relationships/image" Target="/ppt/media/image2.png" Id="R62d020b03721484a" /><Relationship Type="http://schemas.openxmlformats.org/officeDocument/2006/relationships/image" Target="/ppt/media/image3.png" Id="R586abb3e029b4d1a" /><Relationship Type="http://schemas.microsoft.com/office/2007/relationships/hdphoto" Target="/ppt/slideMasters/udata/data.wdp" Id="Rbeb16273b10f4e07" /><Relationship Type="http://schemas.microsoft.com/office/2007/relationships/hdphoto" Target="/ppt/slideMasters/udata/data2.wdp" Id="Re40d77883851455f" /><Relationship Type="http://schemas.openxmlformats.org/officeDocument/2006/relationships/theme" Target="/ppt/slideMasters/theme/theme1.xml" Id="R0c38d08e0eab417e" /><Relationship Type="http://schemas.openxmlformats.org/officeDocument/2006/relationships/slideLayout" Target="/ppt/slideLayouts/slideLayout5.xml" Id="Rd5d28d8662a6427d" /></Relationships>
</file>

<file path=ppt/slideMasters/slideMaster1.xml><?xml version="1.0" encoding="utf-8"?>
<p:sldMaster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7a99aeea5ceb448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62d020b03721484a">
            <a:extLst>
              <a:ext uri="{BEBA8EAE-BF5A-486C-A8C5-ECC9F3942E4B}">
                <a14:imgProps xmlns:a14="http://schemas.microsoft.com/office/drawing/2010/main">
                  <a14:imgLayer r:embed="Rbeb16273b10f4e0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586abb3e029b4d1a">
            <a:extLst>
              <a:ext uri="{BEBA8EAE-BF5A-486C-A8C5-ECC9F3942E4B}">
                <a14:imgProps xmlns:a14="http://schemas.microsoft.com/office/drawing/2010/main">
                  <a14:imgLayer r:embed="Re40d77883851455f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d5d28d8662a6427d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/ppt/media/image4.png" Id="Raa9c705bdb3942ad" /><Relationship Type="http://schemas.openxmlformats.org/officeDocument/2006/relationships/image" Target="/ppt/media/image5.png" Id="R41da7dec732c4933" /><Relationship Type="http://schemas.openxmlformats.org/officeDocument/2006/relationships/slideLayout" Target="/ppt/slideLayouts/slideLayout5.xml" Id="R7c554331dd374b0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image" Target="/ppt/media/image5.png" Id="R36ae8a3f3ed44b3b" /><Relationship Type="http://schemas.openxmlformats.org/officeDocument/2006/relationships/slideLayout" Target="/ppt/slideLayouts/slideLayout5.xml" Id="Rd5a757647ceb447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image" Target="/ppt/media/image5.png" Id="R7dd249afe26d40fd" /><Relationship Type="http://schemas.openxmlformats.org/officeDocument/2006/relationships/slideLayout" Target="/ppt/slideLayouts/slideLayout5.xml" Id="R7c38ab42013b478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image" Target="/ppt/media/image5.png" Id="R73196bcc1f5c4f90" /><Relationship Type="http://schemas.openxmlformats.org/officeDocument/2006/relationships/diagramData" Target="/ppt/graphics/data1.xml" Id="R2d5eb1bd8ae546bc" /><Relationship Type="http://schemas.openxmlformats.org/officeDocument/2006/relationships/diagramLayout" Target="/ppt/graphics/layout1.xml" Id="R98dd131a50cf4d5e" /><Relationship Type="http://schemas.openxmlformats.org/officeDocument/2006/relationships/diagramQuickStyle" Target="/ppt/graphics/quickStyle1.xml" Id="R91a1a6e9b0314661" /><Relationship Type="http://schemas.openxmlformats.org/officeDocument/2006/relationships/diagramColors" Target="/ppt/graphics/colors1.xml" Id="R3ef556c76f294438" /><Relationship Type="http://schemas.openxmlformats.org/officeDocument/2006/relationships/slideLayout" Target="/ppt/slideLayouts/slideLayout5.xml" Id="R4b144ea70dab4e8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image" Target="/ppt/media/image5.png" Id="R6bf3415bcd9c48fa" /><Relationship Type="http://schemas.openxmlformats.org/officeDocument/2006/relationships/diagramData" Target="/ppt/graphics/data2.xml" Id="R4a08bcc2f36f45f3" /><Relationship Type="http://schemas.openxmlformats.org/officeDocument/2006/relationships/diagramLayout" Target="/ppt/graphics/layout2.xml" Id="Ra226235a86b648a3" /><Relationship Type="http://schemas.openxmlformats.org/officeDocument/2006/relationships/diagramQuickStyle" Target="/ppt/graphics/quickStyle2.xml" Id="Rd8b35b9281874ff9" /><Relationship Type="http://schemas.openxmlformats.org/officeDocument/2006/relationships/diagramColors" Target="/ppt/graphics/colors2.xml" Id="Rc64314d54da740d4" /><Relationship Type="http://schemas.openxmlformats.org/officeDocument/2006/relationships/slideLayout" Target="/ppt/slideLayouts/slideLayout5.xml" Id="R202fb3c4de004f5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image" Target="/ppt/media/image5.png" Id="R31584250a35a4ce6" /><Relationship Type="http://schemas.openxmlformats.org/officeDocument/2006/relationships/diagramData" Target="/ppt/graphics/data3.xml" Id="R310f3a1c15674426" /><Relationship Type="http://schemas.openxmlformats.org/officeDocument/2006/relationships/diagramLayout" Target="/ppt/graphics/layout3.xml" Id="Rafdf7918f8414d5b" /><Relationship Type="http://schemas.openxmlformats.org/officeDocument/2006/relationships/diagramQuickStyle" Target="/ppt/graphics/quickStyle3.xml" Id="R507887bf4dc1443d" /><Relationship Type="http://schemas.openxmlformats.org/officeDocument/2006/relationships/diagramColors" Target="/ppt/graphics/colors3.xml" Id="R76bedae189c24154" /><Relationship Type="http://schemas.openxmlformats.org/officeDocument/2006/relationships/diagramData" Target="/ppt/graphics/data4.xml" Id="Rc6394f899290423c" /><Relationship Type="http://schemas.openxmlformats.org/officeDocument/2006/relationships/diagramLayout" Target="/ppt/graphics/layout4.xml" Id="Rc3931eab26c64c77" /><Relationship Type="http://schemas.openxmlformats.org/officeDocument/2006/relationships/diagramQuickStyle" Target="/ppt/graphics/quickStyle4.xml" Id="R2e1a5b5a705349c4" /><Relationship Type="http://schemas.openxmlformats.org/officeDocument/2006/relationships/diagramColors" Target="/ppt/graphics/colors4.xml" Id="R2b9a98d527ec46a5" /><Relationship Type="http://schemas.openxmlformats.org/officeDocument/2006/relationships/slideLayout" Target="/ppt/slideLayouts/slideLayout5.xml" Id="Rc49f00030566462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image" Target="/ppt/media/image5.png" Id="Rdc0222dc10fc41b1" /><Relationship Type="http://schemas.openxmlformats.org/officeDocument/2006/relationships/diagramData" Target="/ppt/graphics/data5.xml" Id="R736177e214284640" /><Relationship Type="http://schemas.openxmlformats.org/officeDocument/2006/relationships/diagramLayout" Target="/ppt/graphics/layout5.xml" Id="Rc6f08c171c9740af" /><Relationship Type="http://schemas.openxmlformats.org/officeDocument/2006/relationships/diagramQuickStyle" Target="/ppt/graphics/quickStyle5.xml" Id="Rbcf4f029bf744c1d" /><Relationship Type="http://schemas.openxmlformats.org/officeDocument/2006/relationships/diagramColors" Target="/ppt/graphics/colors5.xml" Id="R8ca29c8600484189" /><Relationship Type="http://schemas.openxmlformats.org/officeDocument/2006/relationships/slideLayout" Target="/ppt/slideLayouts/slideLayout5.xml" Id="R3a65d60603494cb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image" Target="/ppt/media/image5.png" Id="R1c846e99c0994d38" /><Relationship Type="http://schemas.openxmlformats.org/officeDocument/2006/relationships/image" Target="/ppt/media/image6.png" Id="Rb4ab7e4d791e4c7d" /><Relationship Type="http://schemas.openxmlformats.org/officeDocument/2006/relationships/slideLayout" Target="/ppt/slideLayouts/slideLayout5.xml" Id="R62ea0ca36a314fc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image" Target="/ppt/media/image5.png" Id="R6a9772ca29e34b84" /><Relationship Type="http://schemas.openxmlformats.org/officeDocument/2006/relationships/slideLayout" Target="/ppt/slideLayouts/slideLayout5.xml" Id="R5f791ecb682447b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image" Target="/ppt/media/image5.png" Id="R56ebcc210cd84492" /><Relationship Type="http://schemas.openxmlformats.org/officeDocument/2006/relationships/slideLayout" Target="/ppt/slideLayouts/slideLayout5.xml" Id="R4a9c2ea5830e440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image" Target="/ppt/media/image5.png" Id="R8bfc82610b4b4f8d" /><Relationship Type="http://schemas.openxmlformats.org/officeDocument/2006/relationships/slideLayout" Target="/ppt/slideLayouts/slideLayout5.xml" Id="R4858814887174e5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image" Target="/ppt/media/image5.png" Id="R1c891769c3234e73" /><Relationship Type="http://schemas.openxmlformats.org/officeDocument/2006/relationships/slideLayout" Target="/ppt/slideLayouts/slideLayout5.xml" Id="R45ed3d9230ab459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image" Target="/ppt/media/image5.png" Id="Rce46bbc29a824e46" /><Relationship Type="http://schemas.openxmlformats.org/officeDocument/2006/relationships/slideLayout" Target="/ppt/slideLayouts/slideLayout5.xml" Id="Rdadfe0962e2046f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image" Target="/ppt/media/image4.png" Id="R288e70cba77f4223" /><Relationship Type="http://schemas.openxmlformats.org/officeDocument/2006/relationships/image" Target="/ppt/media/image5.png" Id="Rca16f14e693142a4" /><Relationship Type="http://schemas.openxmlformats.org/officeDocument/2006/relationships/slideLayout" Target="/ppt/slideLayouts/slideLayout5.xml" Id="Rb004e732bc914b7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image" Target="/ppt/media/image5.png" Id="Racf5c608dfe7461b" /><Relationship Type="http://schemas.openxmlformats.org/officeDocument/2006/relationships/diagramData" Target="/ppt/graphics/data6.xml" Id="Ra5bb73a90d4f470e" /><Relationship Type="http://schemas.openxmlformats.org/officeDocument/2006/relationships/diagramLayout" Target="/ppt/graphics/layout6.xml" Id="R0427f8ed0381473b" /><Relationship Type="http://schemas.openxmlformats.org/officeDocument/2006/relationships/diagramQuickStyle" Target="/ppt/graphics/quickStyle6.xml" Id="R4f8f84de0ea04e42" /><Relationship Type="http://schemas.openxmlformats.org/officeDocument/2006/relationships/diagramColors" Target="/ppt/graphics/colors6.xml" Id="R05e04c5f8816466c" /><Relationship Type="http://schemas.openxmlformats.org/officeDocument/2006/relationships/slideLayout" Target="/ppt/slideLayouts/slideLayout5.xml" Id="R956acf997111401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image" Target="/ppt/media/image5.png" Id="R671fe7084bf14cfb" /><Relationship Type="http://schemas.openxmlformats.org/officeDocument/2006/relationships/slideLayout" Target="/ppt/slideLayouts/slideLayout5.xml" Id="Reb216b3e19424ba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image" Target="/ppt/media/image5.png" Id="R6d7acae78df34eb2" /><Relationship Type="http://schemas.openxmlformats.org/officeDocument/2006/relationships/diagramData" Target="/ppt/graphics/data7.xml" Id="Rdfd64480c7f44829" /><Relationship Type="http://schemas.openxmlformats.org/officeDocument/2006/relationships/diagramLayout" Target="/ppt/graphics/layout7.xml" Id="R1a635af3f03d45a2" /><Relationship Type="http://schemas.openxmlformats.org/officeDocument/2006/relationships/diagramQuickStyle" Target="/ppt/graphics/quickStyle7.xml" Id="R81db4165e5234eed" /><Relationship Type="http://schemas.openxmlformats.org/officeDocument/2006/relationships/diagramColors" Target="/ppt/graphics/colors7.xml" Id="R57d119f8ca754297" /><Relationship Type="http://schemas.openxmlformats.org/officeDocument/2006/relationships/slideLayout" Target="/ppt/slideLayouts/slideLayout5.xml" Id="Rbe6460296d084c9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image" Target="/ppt/media/image5.png" Id="R4c191a3928c64a42" /><Relationship Type="http://schemas.openxmlformats.org/officeDocument/2006/relationships/diagramData" Target="/ppt/graphics/data8.xml" Id="Rfcd8cc467e8a4344" /><Relationship Type="http://schemas.openxmlformats.org/officeDocument/2006/relationships/diagramLayout" Target="/ppt/graphics/layout8.xml" Id="R025f6ba806794e06" /><Relationship Type="http://schemas.openxmlformats.org/officeDocument/2006/relationships/diagramQuickStyle" Target="/ppt/graphics/quickStyle8.xml" Id="R6c2b93d270ea40cc" /><Relationship Type="http://schemas.openxmlformats.org/officeDocument/2006/relationships/diagramColors" Target="/ppt/graphics/colors8.xml" Id="Re5b8c7f09c7f4ac6" /><Relationship Type="http://schemas.openxmlformats.org/officeDocument/2006/relationships/slideLayout" Target="/ppt/slideLayouts/slideLayout5.xml" Id="Rd88f5a675e9e433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image" Target="/ppt/media/image5.png" Id="Rac9d5315c9684b7b" /><Relationship Type="http://schemas.openxmlformats.org/officeDocument/2006/relationships/diagramData" Target="/ppt/graphics/data9.xml" Id="Re7347d6b8c764f0d" /><Relationship Type="http://schemas.openxmlformats.org/officeDocument/2006/relationships/diagramLayout" Target="/ppt/graphics/layout9.xml" Id="R6c34a6c781734b2b" /><Relationship Type="http://schemas.openxmlformats.org/officeDocument/2006/relationships/diagramQuickStyle" Target="/ppt/graphics/quickStyle9.xml" Id="R640b312c2b424249" /><Relationship Type="http://schemas.openxmlformats.org/officeDocument/2006/relationships/diagramColors" Target="/ppt/graphics/colors9.xml" Id="Rfa1bd54cde4f43a3" /><Relationship Type="http://schemas.openxmlformats.org/officeDocument/2006/relationships/slideLayout" Target="/ppt/slideLayouts/slideLayout5.xml" Id="R028e3cfba1f0452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image" Target="/ppt/media/image5.png" Id="Re902f2a277ed41e6" /><Relationship Type="http://schemas.openxmlformats.org/officeDocument/2006/relationships/slideLayout" Target="/ppt/slideLayouts/slideLayout5.xml" Id="Rce108cd08cd14fd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image" Target="/ppt/media/image5.png" Id="R5b7c4bf5dc704526" /><Relationship Type="http://schemas.openxmlformats.org/officeDocument/2006/relationships/image" Target="/ppt/media/image7.png" Id="R94e87708f6424842" /><Relationship Type="http://schemas.openxmlformats.org/officeDocument/2006/relationships/slideLayout" Target="/ppt/slideLayouts/slideLayout5.xml" Id="R6c0f8d2fbb7a49e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image" Target="/ppt/media/image5.png" Id="Rd98a91cd87ea4a5f" /><Relationship Type="http://schemas.openxmlformats.org/officeDocument/2006/relationships/image" Target="/ppt/media/image8.png" Id="R609210d8bb894594" /><Relationship Type="http://schemas.openxmlformats.org/officeDocument/2006/relationships/image" Target="/ppt/media/image9.png" Id="R9e34f70dc27c4102" /><Relationship Type="http://schemas.openxmlformats.org/officeDocument/2006/relationships/slideLayout" Target="/ppt/slideLayouts/slideLayout5.xml" Id="R0994f19b8544491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image" Target="/ppt/media/image5.png" Id="Rca7598170328434d" /><Relationship Type="http://schemas.openxmlformats.org/officeDocument/2006/relationships/slideLayout" Target="/ppt/slideLayouts/slideLayout5.xml" Id="Rb5b5f3a46a7b4ea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image" Target="/ppt/media/image5.png" Id="Ref9202e9ddcc415d" /><Relationship Type="http://schemas.openxmlformats.org/officeDocument/2006/relationships/slideLayout" Target="/ppt/slideLayouts/slideLayout5.xml" Id="R4f1bad048c04494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image" Target="/ppt/media/image5.png" Id="R48966d48be1547f5" /><Relationship Type="http://schemas.openxmlformats.org/officeDocument/2006/relationships/slideLayout" Target="/ppt/slideLayouts/slideLayout5.xml" Id="R37c0aee1245144a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image" Target="/ppt/media/image5.png" Id="R8ba8809a5f3840dd" /><Relationship Type="http://schemas.openxmlformats.org/officeDocument/2006/relationships/slideLayout" Target="/ppt/slideLayouts/slideLayout5.xml" Id="Rd76d1ac67f6e4d06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+mn-lt"/>
              </a:rPr>
              <a:t>M.Tech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  <a:latin typeface="+mn-lt"/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600" b="1" dirty="0">
                <a:solidFill>
                  <a:prstClr val="white"/>
                </a:solidFill>
                <a:cs typeface="Calibri" panose="020F0502020204030204" pitchFamily="34" charset="0"/>
              </a:rPr>
              <a:t>Review III, 08.10.2026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36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600" b="1" dirty="0" err="1">
                <a:solidFill>
                  <a:prstClr val="white"/>
                </a:solidFill>
                <a:cs typeface="Calibri" panose="020F0502020204030204" pitchFamily="34" charset="0"/>
              </a:rPr>
              <a:t>Evidence-Grounded Supplier Intelligence for Automotive Procurement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 </a:t>
            </a: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Khavin C</a:t>
            </a: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251011010</a:t>
            </a: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T9972</a:t>
            </a:r>
          </a:p>
          <a:p>
            <a:pPr lvl="0" algn="ctr">
              <a:defRPr/>
            </a:pPr>
            <a:endParaRPr lang="en-US" sz="24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aa9c705bdb3942ad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588B9BE-EE05-FF03-5680-B8B3F5D90A31}"/>
              </a:ext>
            </a:extLst>
          </p:cNvPr>
          <p:cNvPicPr>
            <a:picLocks noChangeAspect="1"/>
          </p:cNvPicPr>
          <p:nvPr/>
        </p:nvPicPr>
        <p:blipFill>
          <a:blip r:embed="R41da7dec732c4933"/>
          <a:stretch>
            <a:fillRect/>
          </a:stretch>
        </p:blipFill>
        <p:spPr>
          <a:xfrm>
            <a:off x="474194" y="5871177"/>
            <a:ext cx="2931892" cy="861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3126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5" y="1271219"/>
            <a:ext cx="9334319" cy="4142989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GB" b="0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• Automotive buyers compare supplier cost, quality and delivery.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GB" b="0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• Quotations and scorecards support buyer decisions.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GB" b="0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• Missing or stale evidence weakens recommendations.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GB" b="0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• RESA links requirements to source records.</a:t>
            </a:r>
            <a:endParaRPr lang="en-US" b="0" dirty="0">
              <a:solidFill>
                <a:schemeClr val="accent5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b="1" dirty="0" err="1">
                <a:solidFill>
                  <a:prstClr val="white"/>
                </a:solidFill>
                <a:cs typeface="Calibri" panose="020F0502020204030204" pitchFamily="34" charset="0"/>
              </a:rPr>
              <a:t>RESA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E326AA8-24F5-87A2-6E01-E11E15FAFF2B}"/>
              </a:ext>
            </a:extLst>
          </p:cNvPr>
          <p:cNvPicPr>
            <a:picLocks noChangeAspect="1"/>
          </p:cNvPicPr>
          <p:nvPr/>
        </p:nvPicPr>
        <p:blipFill>
          <a:blip r:embed="R36ae8a3f3ed44b3b">
            <a:alphaModFix/>
          </a:blip>
          <a:stretch>
            <a:fillRect/>
          </a:stretch>
        </p:blipFill>
        <p:spPr>
          <a:xfrm>
            <a:off x="0" y="6317705"/>
            <a:ext cx="1839668" cy="540296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629FE48-1BA2-98AE-1A18-E56C2E44D88F}"/>
              </a:ext>
            </a:extLst>
          </p:cNvPr>
          <p:cNvSpPr/>
          <p:nvPr/>
        </p:nvSpPr>
        <p:spPr>
          <a:xfrm>
            <a:off x="9737272" y="1191756"/>
            <a:ext cx="2171518" cy="914400"/>
          </a:xfrm>
          <a:prstGeom prst="roundRect">
            <a:avLst/>
          </a:prstGeom>
          <a:ln w="381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accent5">
                    <a:lumMod val="75000"/>
                  </a:schemeClr>
                </a:solidFill>
              </a:rPr>
              <a:t>Buyer Needs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74083B2-45E1-DFC9-47CA-90A9B2A42843}"/>
              </a:ext>
            </a:extLst>
          </p:cNvPr>
          <p:cNvSpPr/>
          <p:nvPr/>
        </p:nvSpPr>
        <p:spPr>
          <a:xfrm>
            <a:off x="9764486" y="2514600"/>
            <a:ext cx="2171518" cy="914400"/>
          </a:xfrm>
          <a:prstGeom prst="roundRect">
            <a:avLst/>
          </a:prstGeom>
          <a:ln w="381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accent5">
                    <a:lumMod val="75000"/>
                  </a:schemeClr>
                </a:solidFill>
              </a:rPr>
              <a:t>Supplier Evidence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2287EFA-E327-A300-C80C-A5B479563435}"/>
              </a:ext>
            </a:extLst>
          </p:cNvPr>
          <p:cNvSpPr/>
          <p:nvPr/>
        </p:nvSpPr>
        <p:spPr>
          <a:xfrm>
            <a:off x="9737271" y="5160288"/>
            <a:ext cx="2171519" cy="914400"/>
          </a:xfrm>
          <a:prstGeom prst="roundRect">
            <a:avLst/>
          </a:prstGeom>
          <a:ln w="381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accent5">
                    <a:lumMod val="75000"/>
                  </a:schemeClr>
                </a:solidFill>
              </a:rPr>
              <a:t>Supplier Shortlist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67110F8-8226-7FEE-5CC5-EE06534B6A63}"/>
              </a:ext>
            </a:extLst>
          </p:cNvPr>
          <p:cNvSpPr/>
          <p:nvPr/>
        </p:nvSpPr>
        <p:spPr>
          <a:xfrm>
            <a:off x="9764486" y="3837444"/>
            <a:ext cx="2171518" cy="914400"/>
          </a:xfrm>
          <a:prstGeom prst="roundRect">
            <a:avLst/>
          </a:prstGeom>
          <a:ln w="381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accent5">
                    <a:lumMod val="75000"/>
                  </a:schemeClr>
                </a:solidFill>
              </a:rPr>
              <a:t>RESA Checks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79786D7-14D9-AE77-7822-B98DD9507C7B}"/>
              </a:ext>
            </a:extLst>
          </p:cNvPr>
          <p:cNvCxnSpPr>
            <a:cxnSpLocks/>
          </p:cNvCxnSpPr>
          <p:nvPr/>
        </p:nvCxnSpPr>
        <p:spPr>
          <a:xfrm>
            <a:off x="10847341" y="2140102"/>
            <a:ext cx="0" cy="3744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F3D3C7B-A962-FA5D-71F2-5C12C9A9E014}"/>
              </a:ext>
            </a:extLst>
          </p:cNvPr>
          <p:cNvCxnSpPr>
            <a:cxnSpLocks/>
          </p:cNvCxnSpPr>
          <p:nvPr/>
        </p:nvCxnSpPr>
        <p:spPr>
          <a:xfrm>
            <a:off x="10823030" y="3462946"/>
            <a:ext cx="0" cy="3744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19CF9EA-FCAE-0D28-C654-556A97CBF72E}"/>
              </a:ext>
            </a:extLst>
          </p:cNvPr>
          <p:cNvCxnSpPr>
            <a:cxnSpLocks/>
          </p:cNvCxnSpPr>
          <p:nvPr/>
        </p:nvCxnSpPr>
        <p:spPr>
          <a:xfrm>
            <a:off x="10880334" y="4785790"/>
            <a:ext cx="0" cy="3744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1355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Project Objectives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b="1" dirty="0" err="1">
                <a:solidFill>
                  <a:prstClr val="white"/>
                </a:solidFill>
                <a:cs typeface="Calibri" panose="020F0502020204030204" pitchFamily="34" charset="0"/>
              </a:rPr>
              <a:t>RESA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C59D2DF-F202-C257-CED7-5D90B11EC594}"/>
              </a:ext>
            </a:extLst>
          </p:cNvPr>
          <p:cNvPicPr>
            <a:picLocks noChangeAspect="1"/>
          </p:cNvPicPr>
          <p:nvPr/>
        </p:nvPicPr>
        <p:blipFill>
          <a:blip r:embed="R7dd249afe26d40fd">
            <a:alphaModFix/>
          </a:blip>
          <a:stretch>
            <a:fillRect/>
          </a:stretch>
        </p:blipFill>
        <p:spPr>
          <a:xfrm>
            <a:off x="0" y="6317705"/>
            <a:ext cx="1839668" cy="540296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E28D68F-05EE-0603-A6A8-B18695DF3394}"/>
              </a:ext>
            </a:extLst>
          </p:cNvPr>
          <p:cNvGraphicFramePr>
            <a:graphicFrameLocks noGrp="1"/>
          </p:cNvGraphicFramePr>
          <p:nvPr/>
        </p:nvGraphicFramePr>
        <p:xfrm>
          <a:off x="0" y="1336525"/>
          <a:ext cx="12192000" cy="28709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890701268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3014125729"/>
                    </a:ext>
                  </a:extLst>
                </a:gridCol>
              </a:tblGrid>
              <a:tr h="568496">
                <a:tc>
                  <a:txBody>
                    <a:bodyPr/>
                    <a:lstStyle/>
                    <a:p>
                      <a:pPr algn="just"/>
                      <a:r>
                        <a:rPr lang="en-GB" sz="280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+mn-lt"/>
                        </a:rPr>
                        <a:t>1. Capture mandatory buyer requirements.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GB" sz="280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+mn-lt"/>
                        </a:rPr>
                        <a:t>4. Label evidence as satisfied, violated or insufficient.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20801169"/>
                  </a:ext>
                </a:extLst>
              </a:tr>
              <a:tr h="568496">
                <a:tc>
                  <a:txBody>
                    <a:bodyPr/>
                    <a:lstStyle/>
                    <a:p>
                      <a:pPr algn="just"/>
                      <a:r>
                        <a:rPr lang="en-GB" sz="280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+mn-lt"/>
                        </a:rPr>
                        <a:t>2. Link evidence to supplier and component.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GB" sz="280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+mn-lt"/>
                        </a:rPr>
                        <a:t>5. Rank eligible suppliers with source references.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50762542"/>
                  </a:ext>
                </a:extLst>
              </a:tr>
              <a:tr h="981239">
                <a:tc>
                  <a:txBody>
                    <a:bodyPr/>
                    <a:lstStyle/>
                    <a:p>
                      <a:pPr algn="just"/>
                      <a:r>
                        <a:rPr lang="en-GB" sz="280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+mn-lt"/>
                        </a:rPr>
                        <a:t>3. Check numeric limits and evidence dates.</a:t>
                      </a:r>
                      <a:endParaRPr lang="en-IN" sz="28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n-lt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GB" sz="280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+mn-lt"/>
                        </a:rPr>
                        <a:t>6. Compare RESA with retrieval and ranking baselines.</a:t>
                      </a:r>
                      <a:endParaRPr lang="en-IN" sz="28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24827589"/>
                  </a:ext>
                </a:extLst>
              </a:tr>
            </a:tbl>
          </a:graphicData>
        </a:graphic>
      </p:graphicFrame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4174A6E-DC25-31A5-6155-6E4540D27E8E}"/>
              </a:ext>
            </a:extLst>
          </p:cNvPr>
          <p:cNvSpPr/>
          <p:nvPr/>
        </p:nvSpPr>
        <p:spPr>
          <a:xfrm>
            <a:off x="1311666" y="4593771"/>
            <a:ext cx="2852056" cy="1251858"/>
          </a:xfrm>
          <a:prstGeom prst="round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tx1"/>
                </a:solidFill>
              </a:rPr>
              <a:t>Eligible</a:t>
            </a:r>
          </a:p>
          <a:p>
            <a:pPr algn="ctr"/>
            <a:r>
              <a:rPr lang="en-IN" sz="2800" dirty="0">
                <a:solidFill>
                  <a:schemeClr val="tx1"/>
                </a:solidFill>
              </a:rPr>
              <a:t>Rank suppliers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1ECA433-AC26-07BE-3A8D-5491D51E32CA}"/>
              </a:ext>
            </a:extLst>
          </p:cNvPr>
          <p:cNvSpPr/>
          <p:nvPr/>
        </p:nvSpPr>
        <p:spPr>
          <a:xfrm>
            <a:off x="4667865" y="4593771"/>
            <a:ext cx="2852056" cy="1251858"/>
          </a:xfrm>
          <a:prstGeom prst="roundRect">
            <a:avLst/>
          </a:prstGeom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tx1"/>
                </a:solidFill>
              </a:rPr>
              <a:t>Needs Review</a:t>
            </a:r>
          </a:p>
          <a:p>
            <a:pPr algn="ctr"/>
            <a:r>
              <a:rPr lang="en-IN" sz="2800" dirty="0">
                <a:solidFill>
                  <a:schemeClr val="tx1"/>
                </a:solidFill>
              </a:rPr>
              <a:t>Missing /</a:t>
            </a:r>
          </a:p>
          <a:p>
            <a:pPr algn="ctr"/>
            <a:r>
              <a:rPr lang="en-IN" sz="2800" dirty="0">
                <a:solidFill>
                  <a:schemeClr val="tx1"/>
                </a:solidFill>
              </a:rPr>
              <a:t>stale evidence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C59E31A-B6BA-46BF-2DEE-F12D72024E16}"/>
              </a:ext>
            </a:extLst>
          </p:cNvPr>
          <p:cNvSpPr/>
          <p:nvPr/>
        </p:nvSpPr>
        <p:spPr>
          <a:xfrm>
            <a:off x="8028278" y="4636685"/>
            <a:ext cx="2852056" cy="1251858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tx1"/>
                </a:solidFill>
              </a:rPr>
              <a:t>Excluded</a:t>
            </a:r>
          </a:p>
          <a:p>
            <a:pPr algn="ctr"/>
            <a:r>
              <a:rPr lang="en-IN" sz="2800" dirty="0">
                <a:solidFill>
                  <a:schemeClr val="tx1"/>
                </a:solidFill>
              </a:rPr>
              <a:t>Hard limit failed</a:t>
            </a:r>
          </a:p>
        </p:txBody>
      </p:sp>
    </p:spTree>
    <p:extLst>
      <p:ext uri="{BB962C8B-B14F-4D97-AF65-F5344CB8AC3E}">
        <p14:creationId xmlns:p14="http://schemas.microsoft.com/office/powerpoint/2010/main" val="3863408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Core Modules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b="1" dirty="0" err="1">
                <a:solidFill>
                  <a:prstClr val="white"/>
                </a:solidFill>
                <a:cs typeface="Calibri" panose="020F0502020204030204" pitchFamily="34" charset="0"/>
              </a:rPr>
              <a:t>RESA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FC9940D-DFF8-17A2-EA76-06D4414F4B48}"/>
              </a:ext>
            </a:extLst>
          </p:cNvPr>
          <p:cNvPicPr>
            <a:picLocks noChangeAspect="1"/>
          </p:cNvPicPr>
          <p:nvPr/>
        </p:nvPicPr>
        <p:blipFill>
          <a:blip r:embed="R73196bcc1f5c4f90">
            <a:alphaModFix/>
          </a:blip>
          <a:stretch>
            <a:fillRect/>
          </a:stretch>
        </p:blipFill>
        <p:spPr>
          <a:xfrm>
            <a:off x="0" y="6317705"/>
            <a:ext cx="1839668" cy="540296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CACBB20-0BEB-8601-0BC2-059241E9216D}"/>
              </a:ext>
            </a:extLst>
          </p:cNvPr>
          <p:cNvSpPr/>
          <p:nvPr/>
        </p:nvSpPr>
        <p:spPr>
          <a:xfrm>
            <a:off x="1164769" y="1507299"/>
            <a:ext cx="4615542" cy="1085161"/>
          </a:xfrm>
          <a:prstGeom prst="roundRect">
            <a:avLst/>
          </a:prstGeom>
          <a:ln w="381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accent5">
                    <a:lumMod val="75000"/>
                  </a:schemeClr>
                </a:solidFill>
              </a:rPr>
              <a:t>Evidence Capture</a:t>
            </a:r>
          </a:p>
          <a:p>
            <a:pPr algn="ctr"/>
            <a:r>
              <a:rPr lang="en-IN" sz="2000" dirty="0">
                <a:solidFill>
                  <a:schemeClr val="accent3">
                    <a:lumMod val="50000"/>
                  </a:schemeClr>
                </a:solidFill>
              </a:rPr>
              <a:t>Records supplier IDs, source references and dates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87C58DF-250D-D544-2D7C-D82E7CD61C7E}"/>
              </a:ext>
            </a:extLst>
          </p:cNvPr>
          <p:cNvSpPr/>
          <p:nvPr/>
        </p:nvSpPr>
        <p:spPr>
          <a:xfrm>
            <a:off x="1164770" y="2971101"/>
            <a:ext cx="4615541" cy="1085153"/>
          </a:xfrm>
          <a:prstGeom prst="roundRect">
            <a:avLst/>
          </a:prstGeom>
          <a:ln w="381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accent5">
                    <a:lumMod val="75000"/>
                  </a:schemeClr>
                </a:solidFill>
              </a:rPr>
              <a:t>Requirement Checks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A5A5A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Compares supplier values with buyer limits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0700B5A-4AD9-6E7E-BEC0-F241FDC7E062}"/>
              </a:ext>
            </a:extLst>
          </p:cNvPr>
          <p:cNvSpPr/>
          <p:nvPr/>
        </p:nvSpPr>
        <p:spPr>
          <a:xfrm>
            <a:off x="1164769" y="4434895"/>
            <a:ext cx="4615542" cy="1085145"/>
          </a:xfrm>
          <a:prstGeom prst="roundRect">
            <a:avLst/>
          </a:prstGeom>
          <a:ln w="381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accent5">
                    <a:lumMod val="75000"/>
                  </a:schemeClr>
                </a:solidFill>
              </a:rPr>
              <a:t>Freshness Checks</a:t>
            </a:r>
          </a:p>
          <a:p>
            <a:pPr algn="ctr"/>
            <a:r>
              <a:rPr lang="en-IN" sz="2000" dirty="0">
                <a:solidFill>
                  <a:schemeClr val="accent3">
                    <a:lumMod val="50000"/>
                  </a:schemeClr>
                </a:solidFill>
              </a:rPr>
              <a:t>Flags missing records and outdated evidence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955999B-D8B3-F8AC-8A6B-F839238DD948}"/>
              </a:ext>
            </a:extLst>
          </p:cNvPr>
          <p:cNvSpPr/>
          <p:nvPr/>
        </p:nvSpPr>
        <p:spPr>
          <a:xfrm>
            <a:off x="6093893" y="2972703"/>
            <a:ext cx="4615542" cy="1085152"/>
          </a:xfrm>
          <a:prstGeom prst="roundRect">
            <a:avLst/>
          </a:prstGeom>
          <a:ln w="381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accent5">
                    <a:lumMod val="75000"/>
                  </a:schemeClr>
                </a:solidFill>
              </a:rPr>
              <a:t>Supplier Ranking</a:t>
            </a:r>
          </a:p>
          <a:p>
            <a:pPr algn="ctr"/>
            <a:r>
              <a:rPr lang="en-IN" sz="2000" dirty="0">
                <a:solidFill>
                  <a:schemeClr val="accent3">
                    <a:lumMod val="50000"/>
                  </a:schemeClr>
                </a:solidFill>
              </a:rPr>
              <a:t>Scores eligible suppliers using buyer priorities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88B4695-6630-D665-AB06-1CBFCCC1F055}"/>
              </a:ext>
            </a:extLst>
          </p:cNvPr>
          <p:cNvSpPr/>
          <p:nvPr/>
        </p:nvSpPr>
        <p:spPr>
          <a:xfrm>
            <a:off x="6093893" y="1507299"/>
            <a:ext cx="4615542" cy="1085159"/>
          </a:xfrm>
          <a:prstGeom prst="roundRect">
            <a:avLst/>
          </a:prstGeom>
          <a:ln w="381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accent5">
                    <a:lumMod val="75000"/>
                  </a:schemeClr>
                </a:solidFill>
              </a:rPr>
              <a:t>RESA Alignment</a:t>
            </a:r>
          </a:p>
          <a:p>
            <a:pPr algn="ctr"/>
            <a:r>
              <a:rPr lang="en-IN" sz="2000" dirty="0">
                <a:solidFill>
                  <a:schemeClr val="accent3">
                    <a:lumMod val="50000"/>
                  </a:schemeClr>
                </a:solidFill>
              </a:rPr>
              <a:t>Links each requirement to supplier evidence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77B2325-DE51-1949-E616-2650A303FA93}"/>
              </a:ext>
            </a:extLst>
          </p:cNvPr>
          <p:cNvSpPr/>
          <p:nvPr/>
        </p:nvSpPr>
        <p:spPr>
          <a:xfrm>
            <a:off x="6093893" y="4434895"/>
            <a:ext cx="4615541" cy="1032521"/>
          </a:xfrm>
          <a:prstGeom prst="roundRect">
            <a:avLst/>
          </a:prstGeom>
          <a:ln w="381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accent5">
                    <a:lumMod val="75000"/>
                  </a:schemeClr>
                </a:solidFill>
              </a:rPr>
              <a:t>Cited Explanations</a:t>
            </a:r>
          </a:p>
          <a:p>
            <a:pPr algn="ctr"/>
            <a:r>
              <a:rPr lang="en-IN" sz="2000" dirty="0">
                <a:solidFill>
                  <a:schemeClr val="accent3">
                    <a:lumMod val="50000"/>
                  </a:schemeClr>
                </a:solidFill>
              </a:rPr>
              <a:t>Shows reasons and supporting source records</a:t>
            </a:r>
          </a:p>
        </p:txBody>
      </p:sp>
      <p:graphicFrame>
        <p:nvGraphicFramePr>
          <p:cNvPr id="20" name="Diagram 19">
            <a:extLst>
              <a:ext uri="{FF2B5EF4-FFF2-40B4-BE49-F238E27FC236}">
                <a16:creationId xmlns:a16="http://schemas.microsoft.com/office/drawing/2014/main" id="{CE1541F3-0A7D-0065-D9B9-B1C4C9F86411}"/>
              </a:ext>
            </a:extLst>
          </p:cNvPr>
          <p:cNvGraphicFramePr/>
          <p:nvPr/>
        </p:nvGraphicFramePr>
        <p:xfrm>
          <a:off x="2032000" y="5520040"/>
          <a:ext cx="8128000" cy="11855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2d5eb1bd8ae546bc" r:lo="R98dd131a50cf4d5e" r:qs="R91a1a6e9b0314661" r:cs="R3ef556c76f294438"/>
          </a:graphicData>
        </a:graphic>
      </p:graphicFrame>
    </p:spTree>
    <p:extLst>
      <p:ext uri="{BB962C8B-B14F-4D97-AF65-F5344CB8AC3E}">
        <p14:creationId xmlns:p14="http://schemas.microsoft.com/office/powerpoint/2010/main" val="13440741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1271219"/>
            <a:ext cx="12192000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A supplier ranking can overlook mandatory limits or rely on incomplete evidence. Buyers need to see whether each supplier meets the requirement and which record supports the decision.</a:t>
            </a:r>
            <a:endParaRPr lang="en-US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Problem Statement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b="1" dirty="0" err="1">
                <a:solidFill>
                  <a:prstClr val="white"/>
                </a:solidFill>
                <a:cs typeface="Calibri" panose="020F0502020204030204" pitchFamily="34" charset="0"/>
              </a:rPr>
              <a:t>RESA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FB4BCA4-A545-DFB6-F1F8-018B7D6DB757}"/>
              </a:ext>
            </a:extLst>
          </p:cNvPr>
          <p:cNvPicPr>
            <a:picLocks noChangeAspect="1"/>
          </p:cNvPicPr>
          <p:nvPr/>
        </p:nvPicPr>
        <p:blipFill>
          <a:blip r:embed="R6bf3415bcd9c48fa">
            <a:alphaModFix/>
          </a:blip>
          <a:stretch>
            <a:fillRect/>
          </a:stretch>
        </p:blipFill>
        <p:spPr>
          <a:xfrm>
            <a:off x="0" y="6317705"/>
            <a:ext cx="1839668" cy="540296"/>
          </a:xfrm>
          <a:prstGeom prst="rect">
            <a:avLst/>
          </a:prstGeom>
        </p:spPr>
      </p:pic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105E46E7-D88D-86E1-4433-37D7665D9332}"/>
              </a:ext>
            </a:extLst>
          </p:cNvPr>
          <p:cNvGraphicFramePr/>
          <p:nvPr/>
        </p:nvGraphicFramePr>
        <p:xfrm>
          <a:off x="781724" y="3255628"/>
          <a:ext cx="10624338" cy="14796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4a08bcc2f36f45f3" r:lo="Ra226235a86b648a3" r:qs="Rd8b35b9281874ff9" r:cs="Rc64314d54da740d4"/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D530F450-3BA2-CB7C-3750-3958332F6C69}"/>
              </a:ext>
            </a:extLst>
          </p:cNvPr>
          <p:cNvSpPr txBox="1"/>
          <p:nvPr/>
        </p:nvSpPr>
        <p:spPr>
          <a:xfrm>
            <a:off x="781724" y="5325171"/>
            <a:ext cx="10803890" cy="523220"/>
          </a:xfrm>
          <a:prstGeom prst="rect">
            <a:avLst/>
          </a:prstGeom>
          <a:ln w="38100"/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chemeClr val="accent5">
                    <a:lumMod val="75000"/>
                  </a:schemeClr>
                </a:solidFill>
              </a:rPr>
              <a:t>Every recommendation needs requirement-specific evidence.</a:t>
            </a:r>
            <a:endParaRPr lang="en-IN" sz="2800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4106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3BE5C-251C-23E3-8F19-EE2DB3009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4ABB59C-76FD-5246-4EEE-72212BF64AE4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 err="1">
                <a:solidFill>
                  <a:srgbClr val="5B9BD5">
                    <a:lumMod val="50000"/>
                  </a:srgbClr>
                </a:solidFill>
              </a:rPr>
              <a:t>RESA Workflow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4BC82A4-B382-2A00-3070-17B2B47F169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8E73589-106E-E0B7-D90D-C7E75D0CB2B6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b="1" dirty="0" err="1">
                <a:solidFill>
                  <a:prstClr val="white"/>
                </a:solidFill>
                <a:cs typeface="Calibri" panose="020F0502020204030204" pitchFamily="34" charset="0"/>
              </a:rPr>
              <a:t>RESA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F35C1F6-083F-564C-B8D9-694080AEE18A}"/>
              </a:ext>
            </a:extLst>
          </p:cNvPr>
          <p:cNvPicPr>
            <a:picLocks noChangeAspect="1"/>
          </p:cNvPicPr>
          <p:nvPr/>
        </p:nvPicPr>
        <p:blipFill>
          <a:blip r:embed="R31584250a35a4ce6">
            <a:alphaModFix/>
          </a:blip>
          <a:stretch>
            <a:fillRect/>
          </a:stretch>
        </p:blipFill>
        <p:spPr>
          <a:xfrm>
            <a:off x="0" y="6317705"/>
            <a:ext cx="1839668" cy="540296"/>
          </a:xfrm>
          <a:prstGeom prst="rect">
            <a:avLst/>
          </a:prstGeom>
        </p:spPr>
      </p:pic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8C6438C9-81E2-B168-73B3-89048D32600C}"/>
              </a:ext>
            </a:extLst>
          </p:cNvPr>
          <p:cNvGraphicFramePr/>
          <p:nvPr/>
        </p:nvGraphicFramePr>
        <p:xfrm>
          <a:off x="206830" y="1389607"/>
          <a:ext cx="7203750" cy="50849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310f3a1c15674426" r:lo="Rafdf7918f8414d5b" r:qs="R507887bf4dc1443d" r:cs="R76bedae189c24154"/>
          </a:graphicData>
        </a:graphic>
      </p:graphicFrame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44C50253-8397-4405-D344-E0B000827059}"/>
              </a:ext>
            </a:extLst>
          </p:cNvPr>
          <p:cNvGraphicFramePr/>
          <p:nvPr/>
        </p:nvGraphicFramePr>
        <p:xfrm>
          <a:off x="7224485" y="1389607"/>
          <a:ext cx="4760685" cy="49658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c6394f899290423c" r:lo="Rc3931eab26c64c77" r:qs="R2e1a5b5a705349c4" r:cs="R2b9a98d527ec46a5"/>
          </a:graphicData>
        </a:graphic>
      </p:graphicFrame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681B7809-9D77-DBFC-F1B9-7A0E94541C0E}"/>
              </a:ext>
            </a:extLst>
          </p:cNvPr>
          <p:cNvCxnSpPr/>
          <p:nvPr/>
        </p:nvCxnSpPr>
        <p:spPr>
          <a:xfrm flipV="1">
            <a:off x="5187042" y="4365171"/>
            <a:ext cx="1934028" cy="1774372"/>
          </a:xfrm>
          <a:prstGeom prst="bentConnector3">
            <a:avLst/>
          </a:prstGeom>
          <a:ln w="38100">
            <a:tailEnd type="triangle"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Workflow connector 0"/>
          <p:cNvCxnSpPr/>
          <p:nvPr/>
        </p:nvCxnSpPr>
        <p:spPr>
          <a:xfrm>
            <a:off x="5095875" y="6143625"/>
            <a:ext cx="773906" cy="0"/>
          </a:xfrm>
          <a:prstGeom prst="line">
            <a:avLst/>
          </a:prstGeom>
          <a:ln w="19050">
            <a:solidFill>
              <a:srgbClr val="5B9BD5"/>
            </a:solidFill>
          </a:ln>
        </p:spPr>
      </p:cxnSp>
      <p:cxnSp>
        <p:nvCxnSpPr>
          <p:cNvPr id="103" name="Workflow connector 3"/>
          <p:cNvCxnSpPr/>
          <p:nvPr/>
        </p:nvCxnSpPr>
        <p:spPr>
          <a:xfrm>
            <a:off x="8382000" y="3869531"/>
            <a:ext cx="190500" cy="0"/>
          </a:xfrm>
          <a:prstGeom prst="line">
            <a:avLst/>
          </a:prstGeom>
          <a:ln w="19050">
            <a:solidFill>
              <a:srgbClr val="5B9BD5"/>
            </a:solidFill>
          </a:ln>
        </p:spPr>
      </p:cxnSp>
      <p:cxnSp>
        <p:nvCxnSpPr>
          <p:cNvPr id="104" name="Workflow connector 4"/>
          <p:cNvCxnSpPr/>
          <p:nvPr/>
        </p:nvCxnSpPr>
        <p:spPr>
          <a:xfrm>
            <a:off x="8572500" y="2678906"/>
            <a:ext cx="0" cy="2369344"/>
          </a:xfrm>
          <a:prstGeom prst="line">
            <a:avLst/>
          </a:prstGeom>
          <a:ln w="19050">
            <a:solidFill>
              <a:srgbClr val="5B9BD5"/>
            </a:solidFill>
          </a:ln>
        </p:spPr>
      </p:cxnSp>
      <p:cxnSp>
        <p:nvCxnSpPr>
          <p:cNvPr id="105" name="Workflow connector 5"/>
          <p:cNvCxnSpPr/>
          <p:nvPr/>
        </p:nvCxnSpPr>
        <p:spPr>
          <a:xfrm>
            <a:off x="8572500" y="2678906"/>
            <a:ext cx="261938" cy="0"/>
          </a:xfrm>
          <a:prstGeom prst="line">
            <a:avLst/>
          </a:prstGeom>
          <a:ln w="19050">
            <a:solidFill>
              <a:srgbClr val="5B9BD5"/>
            </a:solidFill>
            <a:tailEnd type="triangle" w="sm" len="sm"/>
          </a:ln>
        </p:spPr>
      </p:cxnSp>
      <p:cxnSp>
        <p:nvCxnSpPr>
          <p:cNvPr id="106" name="Workflow connector 6"/>
          <p:cNvCxnSpPr/>
          <p:nvPr/>
        </p:nvCxnSpPr>
        <p:spPr>
          <a:xfrm>
            <a:off x="8572500" y="3869531"/>
            <a:ext cx="261938" cy="0"/>
          </a:xfrm>
          <a:prstGeom prst="line">
            <a:avLst/>
          </a:prstGeom>
          <a:ln w="19050">
            <a:solidFill>
              <a:srgbClr val="5B9BD5"/>
            </a:solidFill>
            <a:tailEnd type="triangle" w="sm" len="sm"/>
          </a:ln>
        </p:spPr>
      </p:cxnSp>
      <p:cxnSp>
        <p:nvCxnSpPr>
          <p:cNvPr id="107" name="Workflow connector 7"/>
          <p:cNvCxnSpPr/>
          <p:nvPr/>
        </p:nvCxnSpPr>
        <p:spPr>
          <a:xfrm>
            <a:off x="8572500" y="5048250"/>
            <a:ext cx="261938" cy="0"/>
          </a:xfrm>
          <a:prstGeom prst="line">
            <a:avLst/>
          </a:prstGeom>
          <a:ln w="19050">
            <a:solidFill>
              <a:srgbClr val="5B9BD5"/>
            </a:solidFill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448438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433592-8155-CD6F-B5E3-78AB52F31D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20"/>
            <a:ext cx="7810318" cy="3619194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Approach: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2400" b="0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• Match supplier and part IDs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2400" b="0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• Check limits and evidence dates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2400" b="0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• Assign one of three evidence states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2400" b="0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• Rank eligible suppliers with citations</a:t>
            </a:r>
            <a:endParaRPr lang="en-US" sz="2400" b="0" dirty="0">
              <a:solidFill>
                <a:schemeClr val="accent5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Approach, Algorithms, and Tools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A3EC9D-D5AF-E54C-A3D0-5E42F32DC03B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b="1" dirty="0" err="1">
                <a:solidFill>
                  <a:prstClr val="white"/>
                </a:solidFill>
                <a:cs typeface="Calibri" panose="020F0502020204030204" pitchFamily="34" charset="0"/>
              </a:rPr>
              <a:t>RESA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26DC4AF-A7EA-07A8-5412-2C26E9267C92}"/>
              </a:ext>
            </a:extLst>
          </p:cNvPr>
          <p:cNvPicPr>
            <a:picLocks noChangeAspect="1"/>
          </p:cNvPicPr>
          <p:nvPr/>
        </p:nvPicPr>
        <p:blipFill>
          <a:blip r:embed="Rdc0222dc10fc41b1">
            <a:alphaModFix/>
          </a:blip>
          <a:stretch>
            <a:fillRect/>
          </a:stretch>
        </p:blipFill>
        <p:spPr>
          <a:xfrm>
            <a:off x="0" y="6317705"/>
            <a:ext cx="1839668" cy="540296"/>
          </a:xfrm>
          <a:prstGeom prst="rect">
            <a:avLst/>
          </a:prstGeom>
        </p:spPr>
      </p:pic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7DC0CFFE-D072-E325-6643-40345B0EF33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18382042"/>
              </p:ext>
            </p:extLst>
          </p:nvPr>
        </p:nvGraphicFramePr>
        <p:xfrm>
          <a:off x="6814457" y="1862559"/>
          <a:ext cx="5121547" cy="30278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736177e214284640" r:lo="Rc6f08c171c9740af" r:qs="Rbcf4f029bf744c1d" r:cs="R8ca29c8600484189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37879A51-4188-DE2F-E886-AA95F5B1D861}"/>
              </a:ext>
            </a:extLst>
          </p:cNvPr>
          <p:cNvSpPr txBox="1"/>
          <p:nvPr/>
        </p:nvSpPr>
        <p:spPr>
          <a:xfrm>
            <a:off x="7646922" y="1305279"/>
            <a:ext cx="25201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>
                <a:solidFill>
                  <a:schemeClr val="accent5">
                    <a:lumMod val="50000"/>
                  </a:schemeClr>
                </a:solidFill>
              </a:rPr>
              <a:t>Ranking logic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3EDD756-1EEB-54B7-BAE8-C16862AEE19F}"/>
              </a:ext>
            </a:extLst>
          </p:cNvPr>
          <p:cNvSpPr/>
          <p:nvPr/>
        </p:nvSpPr>
        <p:spPr>
          <a:xfrm>
            <a:off x="2071613" y="5046817"/>
            <a:ext cx="8095422" cy="1308638"/>
          </a:xfrm>
          <a:prstGeom prst="roundRect">
            <a:avLst/>
          </a:prstGeom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accent5">
                    <a:lumMod val="75000"/>
                  </a:schemeClr>
                </a:solidFill>
              </a:rPr>
              <a:t>Used: React, JavaScript, CSV / JSON,</a:t>
            </a:r>
          </a:p>
          <a:p>
            <a:pPr algn="ctr"/>
            <a:r>
              <a:rPr lang="en-IN" sz="2400" dirty="0">
                <a:solidFill>
                  <a:schemeClr val="accent5">
                    <a:lumMod val="75000"/>
                  </a:schemeClr>
                </a:solidFill>
              </a:rPr>
              <a:t> FastAPI, Qdrant, Ollama</a:t>
            </a:r>
          </a:p>
          <a:p>
            <a:pPr algn="ctr"/>
            <a:r>
              <a:rPr lang="en-IN" sz="2400" dirty="0">
                <a:solidFill>
                  <a:schemeClr val="accent5">
                    <a:lumMod val="75000"/>
                  </a:schemeClr>
                </a:solidFill>
              </a:rPr>
              <a:t>Llama 3.1 8B, Nomic embeddings, BM25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91FAE7-B0A1-F640-D026-4B88DC073185}"/>
              </a:ext>
            </a:extLst>
          </p:cNvPr>
          <p:cNvSpPr txBox="1"/>
          <p:nvPr/>
        </p:nvSpPr>
        <p:spPr>
          <a:xfrm>
            <a:off x="2071613" y="4569767"/>
            <a:ext cx="15000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Tools</a:t>
            </a:r>
          </a:p>
          <a:p>
            <a:endParaRPr lang="en-IN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5139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11C09-19C2-F437-DF62-FCDD4EE3C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97E1E88-9825-6BBE-C051-016F2AB2DD09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Application demonstration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916EC59-7328-2580-E483-ADC9905F0BFC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04CBB7C-1DF7-C99A-4DE8-B96EAD809CEA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b="1" dirty="0" err="1">
                <a:solidFill>
                  <a:prstClr val="white"/>
                </a:solidFill>
                <a:cs typeface="Calibri" panose="020F0502020204030204" pitchFamily="34" charset="0"/>
              </a:rPr>
              <a:t>RESA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DA61C21-C47B-8F75-53E1-391DD6686EB2}"/>
              </a:ext>
            </a:extLst>
          </p:cNvPr>
          <p:cNvPicPr>
            <a:picLocks noChangeAspect="1"/>
          </p:cNvPicPr>
          <p:nvPr/>
        </p:nvPicPr>
        <p:blipFill>
          <a:blip r:embed="R1c846e99c0994d38">
            <a:alphaModFix/>
          </a:blip>
          <a:stretch>
            <a:fillRect/>
          </a:stretch>
        </p:blipFill>
        <p:spPr>
          <a:xfrm>
            <a:off x="0" y="6317705"/>
            <a:ext cx="1839668" cy="54029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188898B-C887-7C53-C164-DD2105B73BFD}"/>
              </a:ext>
            </a:extLst>
          </p:cNvPr>
          <p:cNvPicPr>
            <a:picLocks noChangeAspect="1"/>
          </p:cNvPicPr>
          <p:nvPr/>
        </p:nvPicPr>
        <p:blipFill>
          <a:blip r:embed="Rb4ab7e4d791e4c7d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834" y="1191756"/>
            <a:ext cx="10061916" cy="4943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531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Controlled Evaluation Results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b="1" dirty="0" err="1">
                <a:solidFill>
                  <a:prstClr val="white"/>
                </a:solidFill>
                <a:cs typeface="Calibri" panose="020F0502020204030204" pitchFamily="34" charset="0"/>
              </a:rPr>
              <a:t>RESA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AA71A9-962C-E3BE-D9C9-688952B06A67}"/>
              </a:ext>
            </a:extLst>
          </p:cNvPr>
          <p:cNvPicPr>
            <a:picLocks noChangeAspect="1"/>
          </p:cNvPicPr>
          <p:nvPr/>
        </p:nvPicPr>
        <p:blipFill>
          <a:blip r:embed="R6a9772ca29e34b84">
            <a:alphaModFix/>
          </a:blip>
          <a:stretch>
            <a:fillRect/>
          </a:stretch>
        </p:blipFill>
        <p:spPr>
          <a:xfrm>
            <a:off x="0" y="6317705"/>
            <a:ext cx="1839668" cy="540296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CF69F51-413E-55E0-0C97-D680C08F12E7}"/>
              </a:ext>
            </a:extLst>
          </p:cNvPr>
          <p:cNvSpPr/>
          <p:nvPr/>
        </p:nvSpPr>
        <p:spPr>
          <a:xfrm>
            <a:off x="709946" y="1371603"/>
            <a:ext cx="3263339" cy="1399244"/>
          </a:xfrm>
          <a:prstGeom prst="roundRect">
            <a:avLst/>
          </a:prstGeom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IN" sz="2400" b="1" dirty="0">
                <a:solidFill>
                  <a:schemeClr val="accent5">
                    <a:lumMod val="75000"/>
                  </a:schemeClr>
                </a:solidFill>
              </a:rPr>
              <a:t>6 Demo Suppliers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3">
                    <a:lumMod val="75000"/>
                  </a:schemeClr>
                </a:solidFill>
              </a:rPr>
              <a:t>12 quotations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3">
                    <a:lumMod val="75000"/>
                  </a:schemeClr>
                </a:solidFill>
              </a:rPr>
              <a:t>18 scorecards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313FF07-3646-6979-9559-300132465EE5}"/>
              </a:ext>
            </a:extLst>
          </p:cNvPr>
          <p:cNvSpPr/>
          <p:nvPr/>
        </p:nvSpPr>
        <p:spPr>
          <a:xfrm>
            <a:off x="709945" y="2999012"/>
            <a:ext cx="3263339" cy="1399244"/>
          </a:xfrm>
          <a:prstGeom prst="roundRect">
            <a:avLst/>
          </a:prstGeom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IN" sz="2400" b="1" dirty="0">
                <a:solidFill>
                  <a:schemeClr val="accent5">
                    <a:lumMod val="75000"/>
                  </a:schemeClr>
                </a:solidFill>
              </a:rPr>
              <a:t>Scenario</a:t>
            </a:r>
            <a:endParaRPr lang="en-IN" sz="2400" dirty="0"/>
          </a:p>
          <a:p>
            <a:pPr lvl="0" algn="just"/>
            <a:r>
              <a:rPr lang="en-IN" sz="2000" dirty="0">
                <a:solidFill>
                  <a:schemeClr val="accent3">
                    <a:lumMod val="75000"/>
                  </a:schemeClr>
                </a:solidFill>
              </a:rPr>
              <a:t>Synthetic records for controlled checks</a:t>
            </a:r>
          </a:p>
          <a:p>
            <a:pPr lvl="0" algn="just"/>
            <a:endParaRPr lang="en-IN" sz="2400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6D7E9C5-5015-B0EB-0ACE-99F01D6C5AFD}"/>
              </a:ext>
            </a:extLst>
          </p:cNvPr>
          <p:cNvSpPr/>
          <p:nvPr/>
        </p:nvSpPr>
        <p:spPr>
          <a:xfrm>
            <a:off x="709947" y="4626422"/>
            <a:ext cx="3263338" cy="1399244"/>
          </a:xfrm>
          <a:prstGeom prst="round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IN" sz="2400" b="1" dirty="0" err="1">
                <a:solidFill>
                  <a:schemeClr val="accent5">
                    <a:lumMod val="75000"/>
                  </a:schemeClr>
                </a:solidFill>
              </a:rPr>
              <a:t>RESA</a:t>
            </a:r>
            <a:endParaRPr lang="en-IN" sz="2400" dirty="0"/>
          </a:p>
          <a:p>
            <a:pPr lvl="0"/>
            <a:r>
              <a:rPr lang="en-IN" sz="2000" dirty="0">
                <a:solidFill>
                  <a:schemeClr val="accent3">
                    <a:lumMod val="75000"/>
                  </a:schemeClr>
                </a:solidFill>
              </a:rPr>
              <a:t>Checks evidence before ranking</a:t>
            </a:r>
          </a:p>
          <a:p>
            <a:pPr lvl="0" algn="just"/>
            <a:endParaRPr lang="en-IN" sz="2400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6CB681C-CC48-20F7-E9B3-84AA9E6C762D}"/>
              </a:ext>
            </a:extLst>
          </p:cNvPr>
          <p:cNvSpPr/>
          <p:nvPr/>
        </p:nvSpPr>
        <p:spPr>
          <a:xfrm>
            <a:off x="4367545" y="1371603"/>
            <a:ext cx="3687883" cy="1399244"/>
          </a:xfrm>
          <a:prstGeom prst="roundRect">
            <a:avLst/>
          </a:prstGeom>
          <a:ln w="381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IN" sz="2400" dirty="0">
                <a:solidFill>
                  <a:schemeClr val="accent2">
                    <a:lumMod val="50000"/>
                  </a:schemeClr>
                </a:solidFill>
              </a:rPr>
              <a:t>2 / 6</a:t>
            </a:r>
          </a:p>
          <a:p>
            <a:pPr algn="just"/>
            <a:r>
              <a:rPr lang="en-IN" sz="2000" dirty="0">
                <a:solidFill>
                  <a:schemeClr val="accent3">
                    <a:lumMod val="50000"/>
                  </a:schemeClr>
                </a:solidFill>
              </a:rPr>
              <a:t>Suppliers eligible in the default scenario</a:t>
            </a:r>
            <a:endParaRPr lang="en-IN" sz="24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C47ACBC-04DA-64B0-C9F6-8A773839DA91}"/>
              </a:ext>
            </a:extLst>
          </p:cNvPr>
          <p:cNvSpPr/>
          <p:nvPr/>
        </p:nvSpPr>
        <p:spPr>
          <a:xfrm>
            <a:off x="6501144" y="2993574"/>
            <a:ext cx="3687883" cy="1399244"/>
          </a:xfrm>
          <a:prstGeom prst="round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IN" sz="2400" dirty="0">
                <a:solidFill>
                  <a:schemeClr val="accent6"/>
                </a:solidFill>
              </a:rPr>
              <a:t>2 / 6</a:t>
            </a:r>
          </a:p>
          <a:p>
            <a:pPr algn="just"/>
            <a:r>
              <a:rPr lang="en-GB" sz="2000" dirty="0">
                <a:solidFill>
                  <a:schemeClr val="accent3">
                    <a:lumMod val="50000"/>
                  </a:schemeClr>
                </a:solidFill>
              </a:rPr>
              <a:t>Suppliers need review for missing or stale evidence</a:t>
            </a:r>
            <a:endParaRPr lang="en-IN" sz="24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8844591E-AFAF-1639-B0DF-A4E7BCBF3190}"/>
              </a:ext>
            </a:extLst>
          </p:cNvPr>
          <p:cNvSpPr/>
          <p:nvPr/>
        </p:nvSpPr>
        <p:spPr>
          <a:xfrm>
            <a:off x="8294916" y="1371603"/>
            <a:ext cx="3853542" cy="1399244"/>
          </a:xfrm>
          <a:prstGeom prst="roundRect">
            <a:avLst/>
          </a:prstGeom>
          <a:ln w="38100">
            <a:solidFill>
              <a:schemeClr val="accent2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IN" sz="2400" dirty="0">
                <a:solidFill>
                  <a:schemeClr val="accent2"/>
                </a:solidFill>
              </a:rPr>
              <a:t>2 / 6</a:t>
            </a:r>
          </a:p>
          <a:p>
            <a:pPr algn="just"/>
            <a:r>
              <a:rPr lang="en-IN" sz="2000" dirty="0">
                <a:solidFill>
                  <a:schemeClr val="accent3">
                    <a:lumMod val="50000"/>
                  </a:schemeClr>
                </a:solidFill>
              </a:rPr>
              <a:t>Suppliers excluded for failed requirements</a:t>
            </a:r>
          </a:p>
          <a:p>
            <a:pPr algn="just"/>
            <a:endParaRPr lang="en-IN" sz="24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58E95F71-8765-CEDE-7239-92A7788FC5A7}"/>
              </a:ext>
            </a:extLst>
          </p:cNvPr>
          <p:cNvSpPr/>
          <p:nvPr/>
        </p:nvSpPr>
        <p:spPr>
          <a:xfrm>
            <a:off x="4223657" y="4626422"/>
            <a:ext cx="7696200" cy="1230092"/>
          </a:xfrm>
          <a:prstGeom prst="roundRect">
            <a:avLst/>
          </a:prstGeom>
          <a:ln w="38100"/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GB" sz="2400" dirty="0">
                <a:solidFill>
                  <a:schemeClr val="accent5">
                    <a:lumMod val="75000"/>
                  </a:schemeClr>
                </a:solidFill>
              </a:rPr>
              <a:t>This separates eligible, review and excluded suppliers in a given scenario.</a:t>
            </a:r>
            <a:endParaRPr lang="en-IN" sz="2400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872131-A6C0-4ECF-9994-EA002B6EAD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1936004" cy="4142989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GB" sz="2400" b="0" dirty="0">
                <a:solidFill>
                  <a:srgbClr val="5583D1"/>
                </a:solidFill>
                <a:latin typeface="+mn-lt"/>
              </a:rPr>
              <a:t>• RESA links buyer requirements to supplier-specific evidence.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GB" sz="2400" b="0" dirty="0">
                <a:solidFill>
                  <a:srgbClr val="5583D1"/>
                </a:solidFill>
                <a:latin typeface="+mn-lt"/>
              </a:rPr>
              <a:t>• Mandatory checks separate eligible suppliers from review and exclusion cases.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GB" sz="2400" b="0" dirty="0">
                <a:solidFill>
                  <a:srgbClr val="5583D1"/>
                </a:solidFill>
                <a:latin typeface="+mn-lt"/>
              </a:rPr>
              <a:t>• The prototype ranks eligible suppliers and displays source references, missing evidence and stale records.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GB" sz="2400" b="0" dirty="0">
                <a:solidFill>
                  <a:srgbClr val="5583D1"/>
                </a:solidFill>
                <a:latin typeface="+mn-lt"/>
              </a:rPr>
              <a:t>• Research evaluation will compare RESA with retrieval and ranking baselines.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Conclusion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b="1" dirty="0" err="1">
                <a:solidFill>
                  <a:prstClr val="white"/>
                </a:solidFill>
                <a:cs typeface="Calibri" panose="020F0502020204030204" pitchFamily="34" charset="0"/>
              </a:rPr>
              <a:t>RESA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51EA0C-11D8-F016-1A88-73DD0F5D2D9A}"/>
              </a:ext>
            </a:extLst>
          </p:cNvPr>
          <p:cNvPicPr>
            <a:picLocks noChangeAspect="1"/>
          </p:cNvPicPr>
          <p:nvPr/>
        </p:nvPicPr>
        <p:blipFill>
          <a:blip r:embed="R56ebcc210cd84492">
            <a:alphaModFix/>
          </a:blip>
          <a:stretch>
            <a:fillRect/>
          </a:stretch>
        </p:blipFill>
        <p:spPr>
          <a:xfrm>
            <a:off x="0" y="6317705"/>
            <a:ext cx="1839668" cy="54029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48D5007-4EFF-54E4-AABC-CE2378A0030B}"/>
              </a:ext>
            </a:extLst>
          </p:cNvPr>
          <p:cNvSpPr txBox="1"/>
          <p:nvPr/>
        </p:nvSpPr>
        <p:spPr>
          <a:xfrm>
            <a:off x="2035630" y="5536551"/>
            <a:ext cx="7935686" cy="461665"/>
          </a:xfrm>
          <a:prstGeom prst="rect">
            <a:avLst/>
          </a:prstGeom>
          <a:ln w="38100"/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chemeClr val="accent5">
                    <a:lumMod val="75000"/>
                  </a:schemeClr>
                </a:solidFill>
              </a:rPr>
              <a:t>Supplier recommendations with inspectable evidence.</a:t>
            </a:r>
            <a:endParaRPr lang="en-IN" sz="2400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8034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8FAE4-CECD-5538-92C3-0453CB4EA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F266008-6E1D-39CA-F9EE-09D03935943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Limitations and Future Work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2FC399-53D8-9021-E323-6D5B42D09892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b="1" dirty="0" err="1">
                <a:solidFill>
                  <a:prstClr val="white"/>
                </a:solidFill>
                <a:cs typeface="Calibri" panose="020F0502020204030204" pitchFamily="34" charset="0"/>
              </a:rPr>
              <a:t>RESA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1096FB-6CFD-4BF1-E505-F682DDBCA0D4}"/>
              </a:ext>
            </a:extLst>
          </p:cNvPr>
          <p:cNvPicPr>
            <a:picLocks noChangeAspect="1"/>
          </p:cNvPicPr>
          <p:nvPr/>
        </p:nvPicPr>
        <p:blipFill>
          <a:blip r:embed="R8bfc82610b4b4f8d">
            <a:alphaModFix/>
          </a:blip>
          <a:stretch>
            <a:fillRect/>
          </a:stretch>
        </p:blipFill>
        <p:spPr>
          <a:xfrm>
            <a:off x="0" y="6317705"/>
            <a:ext cx="1839668" cy="54029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E6F41DE-E0DE-1B92-8096-BB13AC53A5A2}"/>
              </a:ext>
            </a:extLst>
          </p:cNvPr>
          <p:cNvSpPr txBox="1"/>
          <p:nvPr/>
        </p:nvSpPr>
        <p:spPr>
          <a:xfrm>
            <a:off x="6232253" y="1905506"/>
            <a:ext cx="5578748" cy="3416320"/>
          </a:xfrm>
          <a:prstGeom prst="rect">
            <a:avLst/>
          </a:prstGeom>
          <a:ln w="38100"/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chemeClr val="accent6"/>
                </a:solidFill>
              </a:rPr>
              <a:t>Future work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5">
                    <a:lumMod val="75000"/>
                  </a:schemeClr>
                </a:solidFill>
              </a:rPr>
              <a:t>Build an annotated automotive supplier benchmark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5">
                    <a:lumMod val="75000"/>
                  </a:schemeClr>
                </a:solidFill>
              </a:rPr>
              <a:t>Integrate hybrid retrieval and cited explanations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5">
                    <a:lumMod val="75000"/>
                  </a:schemeClr>
                </a:solidFill>
              </a:rPr>
              <a:t>Test claim support and evidence-state accuracy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5">
                    <a:lumMod val="75000"/>
                  </a:schemeClr>
                </a:solidFill>
              </a:rPr>
              <a:t>Compare baselines, ablations and response time</a:t>
            </a:r>
            <a:endParaRPr lang="en-IN" sz="24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F82C55-DCD7-5829-D70E-7B63CA645864}"/>
              </a:ext>
            </a:extLst>
          </p:cNvPr>
          <p:cNvSpPr txBox="1"/>
          <p:nvPr/>
        </p:nvSpPr>
        <p:spPr>
          <a:xfrm>
            <a:off x="255996" y="1905506"/>
            <a:ext cx="5578747" cy="3477875"/>
          </a:xfrm>
          <a:prstGeom prst="rect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chemeClr val="accent2"/>
                </a:solidFill>
              </a:rPr>
              <a:t>Limitations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5">
                    <a:lumMod val="75000"/>
                  </a:schemeClr>
                </a:solidFill>
              </a:rPr>
              <a:t>Small synthetic supplier evaluation set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5">
                    <a:lumMod val="75000"/>
                  </a:schemeClr>
                </a:solidFill>
              </a:rPr>
              <a:t>Public sources lack shared supplier IDs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5">
                    <a:lumMod val="75000"/>
                  </a:schemeClr>
                </a:solidFill>
              </a:rPr>
              <a:t>Document retrieval and LLM features remain planned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5">
                    <a:lumMod val="75000"/>
                  </a:schemeClr>
                </a:solidFill>
              </a:rPr>
              <a:t>No independent ranking benchmark yet</a:t>
            </a:r>
            <a:endParaRPr lang="en-IN" sz="2400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4637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56F40-96CC-DEF8-9EB7-145237237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E03C842-0779-BE44-EECA-2F2EE3FA730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1271219"/>
            <a:ext cx="12192000" cy="4142989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GB" sz="2400" b="0" dirty="0">
                <a:solidFill>
                  <a:srgbClr val="5583D1"/>
                </a:solidFill>
                <a:latin typeface="+mn-lt"/>
              </a:rPr>
              <a:t>	I sincerely thank Ms. Indumathi K, Professor, Department of Information Technology, Rajalakshmi Engineering College, for her valuable guidance and support throughout this project.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GB" sz="2400" b="0" dirty="0">
                <a:solidFill>
                  <a:srgbClr val="5583D1"/>
                </a:solidFill>
                <a:latin typeface="+mn-lt"/>
              </a:rPr>
              <a:t>I also extend my sincere gratitude to Dr. Ganesa Ramachandran Arunachalam, L&amp;T </a:t>
            </a:r>
            <a:r>
              <a:rPr lang="en-GB" sz="2400" b="0" dirty="0" err="1">
                <a:solidFill>
                  <a:srgbClr val="5583D1"/>
                </a:solidFill>
                <a:latin typeface="+mn-lt"/>
              </a:rPr>
              <a:t>EduTech</a:t>
            </a:r>
            <a:r>
              <a:rPr lang="en-GB" sz="2400" b="0" dirty="0">
                <a:solidFill>
                  <a:srgbClr val="5583D1"/>
                </a:solidFill>
                <a:latin typeface="+mn-lt"/>
              </a:rPr>
              <a:t>, Chennai, and all the classroom teachers and faculty members for their guidance, teaching, encouragement, and support.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GB" b="0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Thank You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GB" b="0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Questions and Discussion</a:t>
            </a:r>
            <a:endParaRPr lang="en-US" b="0" dirty="0">
              <a:solidFill>
                <a:schemeClr val="accent5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DDE408-8E1E-6FA2-7CC4-7953936B171B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 err="1">
                <a:solidFill>
                  <a:srgbClr val="5B9BD5">
                    <a:lumMod val="50000"/>
                  </a:srgbClr>
                </a:solidFill>
              </a:rPr>
              <a:t>Acknowledgement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AC8EE7-5ED3-D96C-9268-8B7B9A5D057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06C5A91-6D8B-7A46-6BA9-7AF0BB8742E7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b="1" dirty="0" err="1">
                <a:solidFill>
                  <a:prstClr val="white"/>
                </a:solidFill>
                <a:cs typeface="Calibri" panose="020F0502020204030204" pitchFamily="34" charset="0"/>
              </a:rPr>
              <a:t>MemPoisonGuard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6948858-7F8B-2580-9390-321CC8B00964}"/>
              </a:ext>
            </a:extLst>
          </p:cNvPr>
          <p:cNvPicPr>
            <a:picLocks noChangeAspect="1"/>
          </p:cNvPicPr>
          <p:nvPr/>
        </p:nvPicPr>
        <p:blipFill>
          <a:blip r:embed="R1c891769c3234e73">
            <a:alphaModFix/>
          </a:blip>
          <a:stretch>
            <a:fillRect/>
          </a:stretch>
        </p:blipFill>
        <p:spPr>
          <a:xfrm>
            <a:off x="0" y="6317705"/>
            <a:ext cx="1839668" cy="540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553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C1BA9-EED8-0553-15DB-7AC5ADC07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1E11D5E-73A6-DACE-A314-51CBCF3D39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1936004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</a:rPr>
              <a:t>[1] ShahriarKabir, “Procurement KPI Analysis Dataset,” Kaggle.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</a:rPr>
              <a:t>[2] GraphDatasetHub, “Supply Chain Dataset,” automotive sample.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</a:rPr>
              <a:t>[3] ManmohanBuildsProducts, “Auto Parts Search Benchmark,” Hugging Face.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</a:rPr>
              <a:t>[4] RESA prototype: synthetic supplier data and functional validation suite.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</a:rPr>
              <a:t>[5]</a:t>
            </a:r>
            <a:r>
              <a:rPr lang="en-IN" sz="2400" b="0" dirty="0"/>
              <a:t>Joshi, Singh, Parashar &amp; Singh (2026). A Multi-Agent Large Language Model Framework for Intelligent Vendor Evaluation and Risk-Aware Procurement Decisions. 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6CD0F3-77A2-E482-9F59-462941CA9EF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Reference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EF328B9-B5B2-A4C8-C436-49616B481A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9E96C34-B06E-814D-72EC-EF1F6BBFAAF7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b="1" dirty="0" err="1">
                <a:solidFill>
                  <a:prstClr val="white"/>
                </a:solidFill>
                <a:cs typeface="Calibri" panose="020F0502020204030204" pitchFamily="34" charset="0"/>
              </a:rPr>
              <a:t>RESA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4B750D0-BCBD-A985-045C-43C105522CA3}"/>
              </a:ext>
            </a:extLst>
          </p:cNvPr>
          <p:cNvPicPr>
            <a:picLocks noChangeAspect="1"/>
          </p:cNvPicPr>
          <p:nvPr/>
        </p:nvPicPr>
        <p:blipFill>
          <a:blip r:embed="Rce46bbc29a824e46">
            <a:alphaModFix/>
          </a:blip>
          <a:stretch>
            <a:fillRect/>
          </a:stretch>
        </p:blipFill>
        <p:spPr>
          <a:xfrm>
            <a:off x="0" y="6317705"/>
            <a:ext cx="1839668" cy="540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425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+mn-lt"/>
              </a:rPr>
              <a:t>M.Tech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  <a:latin typeface="+mn-lt"/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tabLst/>
              <a:defRPr/>
            </a:pPr>
            <a:r>
              <a:rPr lang="en-GB" sz="3600" b="1" dirty="0">
                <a:solidFill>
                  <a:prstClr val="white"/>
                </a:solidFill>
                <a:cs typeface="Calibri" panose="020F0502020204030204" pitchFamily="34" charset="0"/>
              </a:rPr>
              <a:t>Review III, 08.10.2026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tabLst/>
              <a:defRPr/>
            </a:pPr>
            <a:endParaRPr lang="en-GB" sz="36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tabLst/>
              <a:defRPr/>
            </a:pPr>
            <a:r>
              <a:rPr lang="en-GB" sz="3600" b="1" dirty="0" err="1">
                <a:solidFill>
                  <a:prstClr val="white"/>
                </a:solidFill>
                <a:cs typeface="Calibri" panose="020F0502020204030204" pitchFamily="34" charset="0"/>
              </a:rPr>
              <a:t>MedTrace</a:t>
            </a:r>
            <a:r>
              <a:rPr lang="en-GB" sz="3600" b="1" dirty="0">
                <a:solidFill>
                  <a:prstClr val="white"/>
                </a:solidFill>
                <a:cs typeface="Calibri" panose="020F0502020204030204" pitchFamily="34" charset="0"/>
              </a:rPr>
              <a:t> AI: Medical Device Complaint Investigation Platform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 </a:t>
            </a: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Khavin C</a:t>
            </a: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251011010</a:t>
            </a: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T9972</a:t>
            </a:r>
          </a:p>
          <a:p>
            <a:pPr lvl="0" algn="ctr">
              <a:defRPr/>
            </a:pPr>
            <a:endParaRPr lang="en-US" sz="24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288e70cba77f4223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588B9BE-EE05-FF03-5680-B8B3F5D90A31}"/>
              </a:ext>
            </a:extLst>
          </p:cNvPr>
          <p:cNvPicPr>
            <a:picLocks noChangeAspect="1"/>
          </p:cNvPicPr>
          <p:nvPr/>
        </p:nvPicPr>
        <p:blipFill>
          <a:blip r:embed="Rca16f14e693142a4"/>
          <a:stretch>
            <a:fillRect/>
          </a:stretch>
        </p:blipFill>
        <p:spPr>
          <a:xfrm>
            <a:off x="474194" y="5871177"/>
            <a:ext cx="2931892" cy="861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3938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1271219"/>
            <a:ext cx="12192000" cy="4142989"/>
          </a:xfrm>
        </p:spPr>
        <p:txBody>
          <a:bodyPr/>
          <a:lstStyle/>
          <a:p>
            <a:pPr lvl="0" algn="just"/>
            <a:r>
              <a:rPr lang="en-GB" b="0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Medical device complaints need a traceable investigation of reported failures and harm.</a:t>
            </a:r>
          </a:p>
          <a:p>
            <a:pPr lvl="0" algn="just"/>
            <a:r>
              <a:rPr lang="en-GB" b="0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Incomplete narratives make device identification and evidence review difficult.</a:t>
            </a:r>
          </a:p>
          <a:p>
            <a:pPr lvl="0" algn="just"/>
            <a:r>
              <a:rPr lang="en-GB" b="0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Investigators compare past complaints, recall records and regulatory requirements.</a:t>
            </a:r>
          </a:p>
          <a:p>
            <a:pPr lvl="0" algn="just"/>
            <a:r>
              <a:rPr lang="en-GB" b="0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MedTrace AI combines complaint analysis and supporting evidence in one workspace.</a:t>
            </a:r>
          </a:p>
          <a:p>
            <a:pPr lvl="0" algn="just"/>
            <a:r>
              <a:rPr lang="en-GB" b="0" dirty="0" err="1">
                <a:solidFill>
                  <a:schemeClr val="accent5">
                    <a:lumMod val="75000"/>
                  </a:schemeClr>
                </a:solidFill>
                <a:latin typeface="+mn-lt"/>
              </a:rPr>
              <a:t>The system supports infusion-pump investigations with qualified human review.</a:t>
            </a:r>
            <a:endParaRPr lang="en-IN" b="0" dirty="0"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b="1" dirty="0" err="1">
                <a:solidFill>
                  <a:prstClr val="white"/>
                </a:solidFill>
                <a:cs typeface="Calibri" panose="020F0502020204030204" pitchFamily="34" charset="0"/>
              </a:rPr>
              <a:t>MedTrace AI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E326AA8-24F5-87A2-6E01-E11E15FAFF2B}"/>
              </a:ext>
            </a:extLst>
          </p:cNvPr>
          <p:cNvPicPr>
            <a:picLocks noChangeAspect="1"/>
          </p:cNvPicPr>
          <p:nvPr/>
        </p:nvPicPr>
        <p:blipFill>
          <a:blip r:embed="Racf5c608dfe7461b">
            <a:alphaModFix/>
          </a:blip>
          <a:stretch>
            <a:fillRect/>
          </a:stretch>
        </p:blipFill>
        <p:spPr>
          <a:xfrm>
            <a:off x="0" y="6317705"/>
            <a:ext cx="1839668" cy="540296"/>
          </a:xfrm>
          <a:prstGeom prst="rect">
            <a:avLst/>
          </a:prstGeom>
        </p:spPr>
      </p:pic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4B39362C-7A8A-04EF-1B2C-66DBFF254EB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50932201"/>
              </p:ext>
            </p:extLst>
          </p:nvPr>
        </p:nvGraphicFramePr>
        <p:xfrm>
          <a:off x="2193178" y="5703994"/>
          <a:ext cx="7582193" cy="6514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a5bb73a90d4f470e" r:lo="R0427f8ed0381473b" r:qs="R4f8f84de0ea04e42" r:cs="R05e04c5f8816466c"/>
          </a:graphicData>
        </a:graphic>
      </p:graphicFrame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Project Objectives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b="1" dirty="0" err="1">
                <a:solidFill>
                  <a:prstClr val="white"/>
                </a:solidFill>
                <a:cs typeface="Calibri" panose="020F0502020204030204" pitchFamily="34" charset="0"/>
              </a:rPr>
              <a:t>MedTrace AI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C59D2DF-F202-C257-CED7-5D90B11EC594}"/>
              </a:ext>
            </a:extLst>
          </p:cNvPr>
          <p:cNvPicPr>
            <a:picLocks noChangeAspect="1"/>
          </p:cNvPicPr>
          <p:nvPr/>
        </p:nvPicPr>
        <p:blipFill>
          <a:blip r:embed="R671fe7084bf14cfb">
            <a:alphaModFix/>
          </a:blip>
          <a:stretch>
            <a:fillRect/>
          </a:stretch>
        </p:blipFill>
        <p:spPr>
          <a:xfrm>
            <a:off x="0" y="6317705"/>
            <a:ext cx="1839668" cy="540296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E28D68F-05EE-0603-A6A8-B18695DF33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8769363"/>
              </p:ext>
            </p:extLst>
          </p:nvPr>
        </p:nvGraphicFramePr>
        <p:xfrm>
          <a:off x="0" y="1336525"/>
          <a:ext cx="12192000" cy="28709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890701268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3014125729"/>
                    </a:ext>
                  </a:extLst>
                </a:gridCol>
              </a:tblGrid>
              <a:tr h="568496">
                <a:tc>
                  <a:txBody>
                    <a:bodyPr/>
                    <a:lstStyle/>
                    <a:p>
                      <a:pPr algn="just"/>
                      <a:r>
                        <a:rPr lang="en-GB" sz="280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+mn-lt"/>
                        </a:rPr>
                        <a:t>1. Extract device details and reported failure information from complaints.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GB" sz="280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+mn-lt"/>
                        </a:rPr>
                        <a:t>4. Explain investigation priority using visible risk factors.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20801169"/>
                  </a:ext>
                </a:extLst>
              </a:tr>
              <a:tr h="568496">
                <a:tc>
                  <a:txBody>
                    <a:bodyPr/>
                    <a:lstStyle/>
                    <a:p>
                      <a:pPr algn="just"/>
                      <a:r>
                        <a:rPr lang="en-GB" sz="280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+mn-lt"/>
                        </a:rPr>
                        <a:t>2. Retrieve similar complaints from FDA MAUDE reports.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GB" sz="280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+mn-lt"/>
                        </a:rPr>
                        <a:t>5. Retrieve relevant regulatory passages with source citations.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50762542"/>
                  </a:ext>
                </a:extLst>
              </a:tr>
              <a:tr h="981239">
                <a:tc>
                  <a:txBody>
                    <a:bodyPr/>
                    <a:lstStyle/>
                    <a:p>
                      <a:pPr algn="just"/>
                      <a:r>
                        <a:rPr lang="en-GB" sz="280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+mn-lt"/>
                        </a:rPr>
                        <a:t>3. Identify recurring patterns and possible recall links.</a:t>
                      </a:r>
                      <a:endParaRPr lang="en-IN" sz="28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n-lt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GB" sz="280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+mn-lt"/>
                        </a:rPr>
                        <a:t>6. Save investigation evidence and generate a report for human review.</a:t>
                      </a:r>
                      <a:endParaRPr lang="en-IN" sz="28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24827589"/>
                  </a:ext>
                </a:extLst>
              </a:tr>
            </a:tbl>
          </a:graphicData>
        </a:graphic>
      </p:graphicFrame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4174A6E-DC25-31A5-6155-6E4540D27E8E}"/>
              </a:ext>
            </a:extLst>
          </p:cNvPr>
          <p:cNvSpPr/>
          <p:nvPr/>
        </p:nvSpPr>
        <p:spPr>
          <a:xfrm>
            <a:off x="1561631" y="5115681"/>
            <a:ext cx="2852056" cy="1251858"/>
          </a:xfrm>
          <a:prstGeom prst="round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accent5">
                    <a:lumMod val="75000"/>
                  </a:schemeClr>
                </a:solidFill>
              </a:rPr>
              <a:t>Complaint:</a:t>
            </a:r>
          </a:p>
          <a:p>
            <a:pPr algn="ctr"/>
            <a:r>
              <a:rPr lang="en-IN" sz="2800" dirty="0">
                <a:solidFill>
                  <a:schemeClr val="accent3">
                    <a:lumMod val="50000"/>
                  </a:schemeClr>
                </a:solidFill>
              </a:rPr>
              <a:t>Facts and Gaps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1ECA433-AC26-07BE-3A8D-5491D51E32CA}"/>
              </a:ext>
            </a:extLst>
          </p:cNvPr>
          <p:cNvSpPr/>
          <p:nvPr/>
        </p:nvSpPr>
        <p:spPr>
          <a:xfrm>
            <a:off x="4667865" y="5118473"/>
            <a:ext cx="2852056" cy="1251858"/>
          </a:xfrm>
          <a:prstGeom prst="round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accent5">
                    <a:lumMod val="75000"/>
                  </a:schemeClr>
                </a:solidFill>
              </a:rPr>
              <a:t>AI:</a:t>
            </a:r>
          </a:p>
          <a:p>
            <a:pPr algn="ctr"/>
            <a:r>
              <a:rPr lang="en-IN" sz="2800" dirty="0">
                <a:solidFill>
                  <a:schemeClr val="accent5">
                    <a:lumMod val="75000"/>
                  </a:schemeClr>
                </a:solidFill>
              </a:rPr>
              <a:t>Evidence and Priority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C59E31A-B6BA-46BF-2DEE-F12D72024E16}"/>
              </a:ext>
            </a:extLst>
          </p:cNvPr>
          <p:cNvSpPr/>
          <p:nvPr/>
        </p:nvSpPr>
        <p:spPr>
          <a:xfrm>
            <a:off x="7778313" y="5103597"/>
            <a:ext cx="2852056" cy="1251858"/>
          </a:xfrm>
          <a:prstGeom prst="round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accent5">
                    <a:lumMod val="75000"/>
                  </a:schemeClr>
                </a:solidFill>
              </a:rPr>
              <a:t>Investigator:</a:t>
            </a:r>
          </a:p>
          <a:p>
            <a:pPr algn="ctr"/>
            <a:r>
              <a:rPr lang="en-IN" sz="2800" dirty="0">
                <a:solidFill>
                  <a:schemeClr val="accent3">
                    <a:lumMod val="50000"/>
                  </a:schemeClr>
                </a:solidFill>
              </a:rPr>
              <a:t>Review and Decide</a:t>
            </a:r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Core Modules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b="1" dirty="0" err="1">
                <a:solidFill>
                  <a:prstClr val="white"/>
                </a:solidFill>
                <a:cs typeface="Calibri" panose="020F0502020204030204" pitchFamily="34" charset="0"/>
              </a:rPr>
              <a:t>MedTrace AI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FC9940D-DFF8-17A2-EA76-06D4414F4B48}"/>
              </a:ext>
            </a:extLst>
          </p:cNvPr>
          <p:cNvPicPr>
            <a:picLocks noChangeAspect="1"/>
          </p:cNvPicPr>
          <p:nvPr/>
        </p:nvPicPr>
        <p:blipFill>
          <a:blip r:embed="R6d7acae78df34eb2">
            <a:alphaModFix/>
          </a:blip>
          <a:stretch>
            <a:fillRect/>
          </a:stretch>
        </p:blipFill>
        <p:spPr>
          <a:xfrm>
            <a:off x="0" y="6317705"/>
            <a:ext cx="1839668" cy="540296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CACBB20-0BEB-8601-0BC2-059241E9216D}"/>
              </a:ext>
            </a:extLst>
          </p:cNvPr>
          <p:cNvSpPr/>
          <p:nvPr/>
        </p:nvSpPr>
        <p:spPr>
          <a:xfrm>
            <a:off x="607493" y="1507299"/>
            <a:ext cx="5346993" cy="1268535"/>
          </a:xfrm>
          <a:prstGeom prst="roundRect">
            <a:avLst/>
          </a:prstGeom>
          <a:ln w="381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accent5">
                    <a:lumMod val="75000"/>
                  </a:schemeClr>
                </a:solidFill>
              </a:rPr>
              <a:t>Complaint Understanding</a:t>
            </a:r>
          </a:p>
          <a:p>
            <a:pPr algn="ctr"/>
            <a:r>
              <a:rPr lang="en-IN" sz="2000" dirty="0"/>
              <a:t>Extracts device details, failure indicators and reported harm.</a:t>
            </a:r>
            <a:endParaRPr lang="en-IN" sz="20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87C58DF-250D-D544-2D7C-D82E7CD61C7E}"/>
              </a:ext>
            </a:extLst>
          </p:cNvPr>
          <p:cNvSpPr/>
          <p:nvPr/>
        </p:nvSpPr>
        <p:spPr>
          <a:xfrm>
            <a:off x="607494" y="2971101"/>
            <a:ext cx="5346992" cy="1185560"/>
          </a:xfrm>
          <a:prstGeom prst="roundRect">
            <a:avLst/>
          </a:prstGeom>
          <a:ln w="381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accent5">
                    <a:lumMod val="75000"/>
                  </a:schemeClr>
                </a:solidFill>
              </a:rPr>
              <a:t>Historical Case Retrieval</a:t>
            </a:r>
          </a:p>
          <a:p>
            <a:pPr algn="ctr"/>
            <a:r>
              <a:rPr lang="en-IN" sz="2000" dirty="0"/>
              <a:t>Finds related FDA reports and retains source references.</a:t>
            </a:r>
            <a:endParaRPr lang="en-IN" sz="20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0700B5A-4AD9-6E7E-BEC0-F241FDC7E062}"/>
              </a:ext>
            </a:extLst>
          </p:cNvPr>
          <p:cNvSpPr/>
          <p:nvPr/>
        </p:nvSpPr>
        <p:spPr>
          <a:xfrm>
            <a:off x="607494" y="4434895"/>
            <a:ext cx="5346992" cy="1185560"/>
          </a:xfrm>
          <a:prstGeom prst="roundRect">
            <a:avLst/>
          </a:prstGeom>
          <a:ln w="381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accent5">
                    <a:lumMod val="75000"/>
                  </a:schemeClr>
                </a:solidFill>
              </a:rPr>
              <a:t>Trend and Recall Analysis</a:t>
            </a:r>
          </a:p>
          <a:p>
            <a:pPr algn="ctr"/>
            <a:r>
              <a:rPr lang="en-IN" sz="2000" dirty="0"/>
              <a:t>Shows recurring problems and candidate recall matches.</a:t>
            </a:r>
            <a:endParaRPr lang="en-IN" sz="20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955999B-D8B3-F8AC-8A6B-F839238DD948}"/>
              </a:ext>
            </a:extLst>
          </p:cNvPr>
          <p:cNvSpPr/>
          <p:nvPr/>
        </p:nvSpPr>
        <p:spPr>
          <a:xfrm>
            <a:off x="6093893" y="2972702"/>
            <a:ext cx="5346992" cy="1166531"/>
          </a:xfrm>
          <a:prstGeom prst="roundRect">
            <a:avLst/>
          </a:prstGeom>
          <a:ln w="381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accent5">
                    <a:lumMod val="75000"/>
                  </a:schemeClr>
                </a:solidFill>
              </a:rPr>
              <a:t>Regulatory Evidence Retrieval</a:t>
            </a:r>
          </a:p>
          <a:p>
            <a:pPr algn="ctr"/>
            <a:r>
              <a:rPr lang="en-IN" sz="2000" dirty="0"/>
              <a:t>Retrieves relevant passages with dated source citations.</a:t>
            </a:r>
            <a:endParaRPr lang="en-IN" sz="20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88B4695-6630-D665-AB06-1CBFCCC1F055}"/>
              </a:ext>
            </a:extLst>
          </p:cNvPr>
          <p:cNvSpPr/>
          <p:nvPr/>
        </p:nvSpPr>
        <p:spPr>
          <a:xfrm>
            <a:off x="6093892" y="1507299"/>
            <a:ext cx="5346993" cy="1268556"/>
          </a:xfrm>
          <a:prstGeom prst="roundRect">
            <a:avLst/>
          </a:prstGeom>
          <a:ln w="381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accent5">
                    <a:lumMod val="75000"/>
                  </a:schemeClr>
                </a:solidFill>
              </a:rPr>
              <a:t>Explainable Investigation Priority</a:t>
            </a:r>
          </a:p>
          <a:p>
            <a:pPr algn="ctr"/>
            <a:r>
              <a:rPr lang="en-IN" sz="2000" dirty="0"/>
              <a:t>Shows the factors behind each priority recommendation.</a:t>
            </a:r>
            <a:endParaRPr lang="en-IN" sz="20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77B2325-DE51-1949-E616-2650A303FA93}"/>
              </a:ext>
            </a:extLst>
          </p:cNvPr>
          <p:cNvSpPr/>
          <p:nvPr/>
        </p:nvSpPr>
        <p:spPr>
          <a:xfrm>
            <a:off x="6093893" y="4434895"/>
            <a:ext cx="5346992" cy="1185560"/>
          </a:xfrm>
          <a:prstGeom prst="roundRect">
            <a:avLst/>
          </a:prstGeom>
          <a:ln w="381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accent5">
                    <a:lumMod val="75000"/>
                  </a:schemeClr>
                </a:solidFill>
              </a:rPr>
              <a:t>Investigation Report Workspace</a:t>
            </a:r>
          </a:p>
          <a:p>
            <a:pPr algn="ctr"/>
            <a:r>
              <a:rPr lang="en-IN" sz="2000" dirty="0"/>
              <a:t>Stores findings and generates reports for qualified review.</a:t>
            </a:r>
            <a:endParaRPr lang="en-IN" sz="2000" dirty="0">
              <a:solidFill>
                <a:schemeClr val="accent3">
                  <a:lumMod val="50000"/>
                </a:schemeClr>
              </a:solidFill>
            </a:endParaRPr>
          </a:p>
        </p:txBody>
      </p:sp>
      <p:graphicFrame>
        <p:nvGraphicFramePr>
          <p:cNvPr id="20" name="Diagram 19">
            <a:extLst>
              <a:ext uri="{FF2B5EF4-FFF2-40B4-BE49-F238E27FC236}">
                <a16:creationId xmlns:a16="http://schemas.microsoft.com/office/drawing/2014/main" id="{CE1541F3-0A7D-0065-D9B9-B1C4C9F8641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70972045"/>
              </p:ext>
            </p:extLst>
          </p:nvPr>
        </p:nvGraphicFramePr>
        <p:xfrm>
          <a:off x="2032000" y="5520040"/>
          <a:ext cx="8128000" cy="11855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dfd64480c7f44829" r:lo="R1a635af3f03d45a2" r:qs="R81db4165e5234eed" r:cs="R57d119f8ca754297"/>
          </a:graphicData>
        </a:graphic>
      </p:graphicFrame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1271219"/>
            <a:ext cx="12192000" cy="4142989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• Complaint narratives often omit essential device and event details.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• Manual searches across reports and recalls slow evidence collection.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• Similar reports can describe the same failure using different terms.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• Priority decisions need explicit reasons and traceable supporting evidence.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• MedTrace AI links complaint facts, historical evidence and regulatory sources.</a:t>
            </a:r>
            <a:endParaRPr lang="en-US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Problem Statement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b="1" dirty="0" err="1">
                <a:solidFill>
                  <a:prstClr val="white"/>
                </a:solidFill>
                <a:cs typeface="Calibri" panose="020F0502020204030204" pitchFamily="34" charset="0"/>
              </a:rPr>
              <a:t>MedTrace AI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FB4BCA4-A545-DFB6-F1F8-018B7D6DB757}"/>
              </a:ext>
            </a:extLst>
          </p:cNvPr>
          <p:cNvPicPr>
            <a:picLocks noChangeAspect="1"/>
          </p:cNvPicPr>
          <p:nvPr/>
        </p:nvPicPr>
        <p:blipFill>
          <a:blip r:embed="R4c191a3928c64a42">
            <a:alphaModFix/>
          </a:blip>
          <a:stretch>
            <a:fillRect/>
          </a:stretch>
        </p:blipFill>
        <p:spPr>
          <a:xfrm>
            <a:off x="0" y="6317705"/>
            <a:ext cx="1839668" cy="540296"/>
          </a:xfrm>
          <a:prstGeom prst="rect">
            <a:avLst/>
          </a:prstGeom>
        </p:spPr>
      </p:pic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C762135D-2633-7FC7-6F99-4E3ED21A29C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14964329"/>
              </p:ext>
            </p:extLst>
          </p:nvPr>
        </p:nvGraphicFramePr>
        <p:xfrm>
          <a:off x="2238828" y="5334000"/>
          <a:ext cx="8128000" cy="13607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fcd8cc467e8a4344" r:lo="R025f6ba806794e06" r:qs="R6c2b93d270ea40cc" r:cs="Re5b8c7f09c7f4ac6"/>
          </a:graphicData>
        </a:graphic>
      </p:graphicFrame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3BE5C-251C-23E3-8F19-EE2DB3009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4ABB59C-76FD-5246-4EEE-72212BF64AE4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 err="1">
                <a:solidFill>
                  <a:srgbClr val="5B9BD5">
                    <a:lumMod val="50000"/>
                  </a:srgbClr>
                </a:solidFill>
              </a:rPr>
              <a:t>MedTrace AI Workflow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4BC82A4-B382-2A00-3070-17B2B47F169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8E73589-106E-E0B7-D90D-C7E75D0CB2B6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b="1" dirty="0" err="1">
                <a:solidFill>
                  <a:prstClr val="white"/>
                </a:solidFill>
                <a:cs typeface="Calibri" panose="020F0502020204030204" pitchFamily="34" charset="0"/>
              </a:rPr>
              <a:t>MedTrace AI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F35C1F6-083F-564C-B8D9-694080AEE18A}"/>
              </a:ext>
            </a:extLst>
          </p:cNvPr>
          <p:cNvPicPr>
            <a:picLocks noChangeAspect="1"/>
          </p:cNvPicPr>
          <p:nvPr/>
        </p:nvPicPr>
        <p:blipFill>
          <a:blip r:embed="Rac9d5315c9684b7b">
            <a:alphaModFix/>
          </a:blip>
          <a:stretch>
            <a:fillRect/>
          </a:stretch>
        </p:blipFill>
        <p:spPr>
          <a:xfrm>
            <a:off x="0" y="6317705"/>
            <a:ext cx="1839668" cy="540296"/>
          </a:xfrm>
          <a:prstGeom prst="rect">
            <a:avLst/>
          </a:prstGeom>
        </p:spPr>
      </p:pic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8C6438C9-81E2-B168-73B3-89048D32600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63887202"/>
              </p:ext>
            </p:extLst>
          </p:nvPr>
        </p:nvGraphicFramePr>
        <p:xfrm>
          <a:off x="6574973" y="1191756"/>
          <a:ext cx="7203750" cy="50849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e7347d6b8c764f0d" r:lo="R6c34a6c781734b2b" r:qs="R640b312c2b424249" r:cs="Rfa1bd54cde4f43a3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281E3A18-CCBE-295C-EDA1-AEB4F301EBB6}"/>
              </a:ext>
            </a:extLst>
          </p:cNvPr>
          <p:cNvSpPr txBox="1"/>
          <p:nvPr/>
        </p:nvSpPr>
        <p:spPr>
          <a:xfrm>
            <a:off x="1" y="1234638"/>
            <a:ext cx="880654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sz="2400" dirty="0">
                <a:solidFill>
                  <a:schemeClr val="accent5">
                    <a:lumMod val="75000"/>
                  </a:schemeClr>
                </a:solidFill>
              </a:rPr>
              <a:t>1. Enter a complaint and available device identifiers.</a:t>
            </a:r>
          </a:p>
          <a:p>
            <a:pPr algn="just"/>
            <a:r>
              <a:rPr lang="en-GB" sz="2400" dirty="0">
                <a:solidFill>
                  <a:schemeClr val="accent5">
                    <a:lumMod val="75000"/>
                  </a:schemeClr>
                </a:solidFill>
              </a:rPr>
              <a:t>2. Extract reported facts and highlight missing details.</a:t>
            </a:r>
          </a:p>
          <a:p>
            <a:pPr algn="just"/>
            <a:r>
              <a:rPr lang="en-GB" sz="2400" dirty="0">
                <a:solidFill>
                  <a:schemeClr val="accent5">
                    <a:lumMod val="75000"/>
                  </a:schemeClr>
                </a:solidFill>
              </a:rPr>
              <a:t>3. Retrieve similar FDA reports and related evidence.</a:t>
            </a:r>
          </a:p>
          <a:p>
            <a:pPr algn="just"/>
            <a:r>
              <a:rPr lang="en-GB" sz="2400" dirty="0">
                <a:solidFill>
                  <a:schemeClr val="accent5">
                    <a:lumMod val="75000"/>
                  </a:schemeClr>
                </a:solidFill>
              </a:rPr>
              <a:t>4. Check recurring patterns and possible recall links.</a:t>
            </a:r>
          </a:p>
          <a:p>
            <a:pPr algn="just"/>
            <a:r>
              <a:rPr lang="en-GB" sz="2400" dirty="0">
                <a:solidFill>
                  <a:schemeClr val="accent5">
                    <a:lumMod val="75000"/>
                  </a:schemeClr>
                </a:solidFill>
              </a:rPr>
              <a:t>5. Explain priority and retrieve regulatory passages.</a:t>
            </a:r>
          </a:p>
          <a:p>
            <a:pPr algn="just"/>
            <a:r>
              <a:rPr lang="en-GB" sz="2400" dirty="0">
                <a:solidFill>
                  <a:schemeClr val="accent5">
                    <a:lumMod val="75000"/>
                  </a:schemeClr>
                </a:solidFill>
              </a:rPr>
              <a:t>6. Save the investigation report for qualified review.</a:t>
            </a:r>
            <a:endParaRPr lang="en-IN" sz="24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5911545-7A61-CF09-1C73-99EB72486E0C}"/>
              </a:ext>
            </a:extLst>
          </p:cNvPr>
          <p:cNvSpPr/>
          <p:nvPr/>
        </p:nvSpPr>
        <p:spPr>
          <a:xfrm>
            <a:off x="1997519" y="5758953"/>
            <a:ext cx="6047023" cy="696685"/>
          </a:xfrm>
          <a:prstGeom prst="roundRect">
            <a:avLst/>
          </a:prstGeom>
          <a:ln w="38100"/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accent5">
                    <a:lumMod val="75000"/>
                  </a:schemeClr>
                </a:solidFill>
              </a:rPr>
              <a:t>The investigator verifies evidence and makes the final decision.</a:t>
            </a:r>
            <a:endParaRPr lang="en-IN" sz="2400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5818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433592-8155-CD6F-B5E3-78AB52F31D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20"/>
            <a:ext cx="11936004" cy="3619194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Approach: </a:t>
            </a:r>
            <a:r>
              <a:rPr lang="en-US" b="0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Rules extract complaint facts and evidence spans. TF-IDF and semantic search retrieve related reports. Trend analysis identifies recurring issues and recall candidates. Visible rules explain priority. Regulatory retrieval supplies cited passages for the investigation report.</a:t>
            </a:r>
            <a:endParaRPr lang="en-US" sz="2400" b="0" dirty="0">
              <a:solidFill>
                <a:schemeClr val="accent5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Approach, Algorithms, and Tools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A3EC9D-D5AF-E54C-A3D0-5E42F32DC03B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b="1" dirty="0" err="1">
                <a:solidFill>
                  <a:prstClr val="white"/>
                </a:solidFill>
                <a:cs typeface="Calibri" panose="020F0502020204030204" pitchFamily="34" charset="0"/>
              </a:rPr>
              <a:t>MedTrace AI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26DC4AF-A7EA-07A8-5412-2C26E9267C92}"/>
              </a:ext>
            </a:extLst>
          </p:cNvPr>
          <p:cNvPicPr>
            <a:picLocks noChangeAspect="1"/>
          </p:cNvPicPr>
          <p:nvPr/>
        </p:nvPicPr>
        <p:blipFill>
          <a:blip r:embed="Re902f2a277ed41e6">
            <a:alphaModFix/>
          </a:blip>
          <a:stretch>
            <a:fillRect/>
          </a:stretch>
        </p:blipFill>
        <p:spPr>
          <a:xfrm>
            <a:off x="0" y="6317705"/>
            <a:ext cx="1839668" cy="54029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0343974-82D0-042F-B514-688F183E5FB7}"/>
              </a:ext>
            </a:extLst>
          </p:cNvPr>
          <p:cNvSpPr txBox="1"/>
          <p:nvPr/>
        </p:nvSpPr>
        <p:spPr>
          <a:xfrm>
            <a:off x="359219" y="4090195"/>
            <a:ext cx="1121229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Tools:</a:t>
            </a:r>
          </a:p>
          <a:p>
            <a:endParaRPr lang="en-IN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17121A9-0792-017A-119B-9D8E88A62560}"/>
              </a:ext>
            </a:extLst>
          </p:cNvPr>
          <p:cNvSpPr/>
          <p:nvPr/>
        </p:nvSpPr>
        <p:spPr>
          <a:xfrm>
            <a:off x="1936053" y="4090195"/>
            <a:ext cx="8095422" cy="1308638"/>
          </a:xfrm>
          <a:prstGeom prst="roundRect">
            <a:avLst/>
          </a:prstGeom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accent5">
                    <a:lumMod val="75000"/>
                  </a:schemeClr>
                </a:solidFill>
              </a:rPr>
              <a:t>Python, FastAPI, Streamlit, SQLite, SQLAlchemy</a:t>
            </a:r>
          </a:p>
          <a:p>
            <a:pPr algn="ctr"/>
            <a:r>
              <a:rPr lang="en-IN" sz="2400" dirty="0">
                <a:solidFill>
                  <a:schemeClr val="accent5">
                    <a:lumMod val="75000"/>
                  </a:schemeClr>
                </a:solidFill>
              </a:rPr>
              <a:t>pandas, scikit-learn, Sentence Transformers, FAISS, Plotly</a:t>
            </a:r>
          </a:p>
          <a:p>
            <a:pPr algn="ctr"/>
            <a:r>
              <a:rPr lang="en-IN" sz="2400" dirty="0">
                <a:solidFill>
                  <a:schemeClr val="accent5">
                    <a:lumMod val="75000"/>
                  </a:schemeClr>
                </a:solidFill>
              </a:rPr>
              <a:t>LangGraph, LangChain and regulatory evidence retrieval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1250E28-0BFE-8511-D30B-D9CD495B17B8}"/>
              </a:ext>
            </a:extLst>
          </p:cNvPr>
          <p:cNvGrpSpPr/>
          <p:nvPr/>
        </p:nvGrpSpPr>
        <p:grpSpPr>
          <a:xfrm>
            <a:off x="2481925" y="5666244"/>
            <a:ext cx="1639726" cy="651461"/>
            <a:chOff x="6780" y="0"/>
            <a:chExt cx="1639726" cy="651461"/>
          </a:xfrm>
        </p:grpSpPr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4E89C200-4FE3-DDFB-01BF-B98DB5AEBE40}"/>
                </a:ext>
              </a:extLst>
            </p:cNvPr>
            <p:cNvSpPr/>
            <p:nvPr/>
          </p:nvSpPr>
          <p:spPr>
            <a:xfrm>
              <a:off x="6780" y="0"/>
              <a:ext cx="1639726" cy="651461"/>
            </a:xfrm>
            <a:prstGeom prst="roundRect">
              <a:avLst>
                <a:gd name="adj" fmla="val 10000"/>
              </a:avLst>
            </a:prstGeom>
            <a:ln w="38100">
              <a:solidFill>
                <a:schemeClr val="accent5">
                  <a:lumMod val="75000"/>
                </a:schemeClr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4" name="Rectangle: Rounded Corners 4">
              <a:extLst>
                <a:ext uri="{FF2B5EF4-FFF2-40B4-BE49-F238E27FC236}">
                  <a16:creationId xmlns:a16="http://schemas.microsoft.com/office/drawing/2014/main" id="{2648B4E5-5E21-05C4-4540-5969709419AE}"/>
                </a:ext>
              </a:extLst>
            </p:cNvPr>
            <p:cNvSpPr txBox="1"/>
            <p:nvPr/>
          </p:nvSpPr>
          <p:spPr>
            <a:xfrm>
              <a:off x="25861" y="19081"/>
              <a:ext cx="1601564" cy="61329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spcFirstLastPara="0" vert="horz" wrap="square" lIns="60960" tIns="60960" rIns="60960" bIns="60960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600" b="1" kern="1200" dirty="0" err="1">
                  <a:solidFill>
                    <a:schemeClr val="accent5">
                      <a:lumMod val="75000"/>
                    </a:schemeClr>
                  </a:solidFill>
                </a:rPr>
                <a:t>Streamlit</a:t>
              </a:r>
              <a:r>
                <a:rPr lang="en-IN" sz="1600" b="1" kern="1200" dirty="0">
                  <a:solidFill>
                    <a:schemeClr val="accent5">
                      <a:lumMod val="75000"/>
                    </a:schemeClr>
                  </a:solidFill>
                </a:rPr>
                <a:t> Dashboard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E480729-AD57-9EC1-0E56-2BD5E04F5414}"/>
              </a:ext>
            </a:extLst>
          </p:cNvPr>
          <p:cNvGrpSpPr/>
          <p:nvPr/>
        </p:nvGrpSpPr>
        <p:grpSpPr>
          <a:xfrm>
            <a:off x="4121177" y="5788648"/>
            <a:ext cx="347622" cy="406652"/>
            <a:chOff x="1646032" y="122404"/>
            <a:chExt cx="347622" cy="406652"/>
          </a:xfrm>
        </p:grpSpPr>
        <p:sp>
          <p:nvSpPr>
            <p:cNvPr id="31" name="Arrow: Right 30">
              <a:extLst>
                <a:ext uri="{FF2B5EF4-FFF2-40B4-BE49-F238E27FC236}">
                  <a16:creationId xmlns:a16="http://schemas.microsoft.com/office/drawing/2014/main" id="{93696579-6013-89A0-0B80-C96E4B631C1D}"/>
                </a:ext>
              </a:extLst>
            </p:cNvPr>
            <p:cNvSpPr/>
            <p:nvPr/>
          </p:nvSpPr>
          <p:spPr>
            <a:xfrm>
              <a:off x="1646032" y="122404"/>
              <a:ext cx="347622" cy="406652"/>
            </a:xfrm>
            <a:prstGeom prst="rightArrow">
              <a:avLst>
                <a:gd name="adj1" fmla="val 60000"/>
                <a:gd name="adj2" fmla="val 50000"/>
              </a:avLst>
            </a:prstGeom>
            <a:ln w="38100">
              <a:solidFill>
                <a:schemeClr val="accent5">
                  <a:lumMod val="75000"/>
                </a:schemeClr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2" name="Arrow: Right 6">
              <a:extLst>
                <a:ext uri="{FF2B5EF4-FFF2-40B4-BE49-F238E27FC236}">
                  <a16:creationId xmlns:a16="http://schemas.microsoft.com/office/drawing/2014/main" id="{73571A9F-1FBD-AA29-BB45-64A6CA4879E0}"/>
                </a:ext>
              </a:extLst>
            </p:cNvPr>
            <p:cNvSpPr txBox="1"/>
            <p:nvPr/>
          </p:nvSpPr>
          <p:spPr>
            <a:xfrm>
              <a:off x="1646032" y="203734"/>
              <a:ext cx="243335" cy="24399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1600" b="1" kern="120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11F5A98-6912-C149-FE4F-489EB4C4B9A0}"/>
              </a:ext>
            </a:extLst>
          </p:cNvPr>
          <p:cNvGrpSpPr/>
          <p:nvPr/>
        </p:nvGrpSpPr>
        <p:grpSpPr>
          <a:xfrm>
            <a:off x="4458227" y="5666244"/>
            <a:ext cx="1639726" cy="651461"/>
            <a:chOff x="1983082" y="0"/>
            <a:chExt cx="1639726" cy="651461"/>
          </a:xfrm>
        </p:grpSpPr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CDE19E1F-B9A2-05B4-3104-E17E770C7EAF}"/>
                </a:ext>
              </a:extLst>
            </p:cNvPr>
            <p:cNvSpPr/>
            <p:nvPr/>
          </p:nvSpPr>
          <p:spPr>
            <a:xfrm>
              <a:off x="1983082" y="0"/>
              <a:ext cx="1639726" cy="651461"/>
            </a:xfrm>
            <a:prstGeom prst="roundRect">
              <a:avLst>
                <a:gd name="adj" fmla="val 10000"/>
              </a:avLst>
            </a:prstGeom>
            <a:ln w="38100">
              <a:solidFill>
                <a:schemeClr val="accent5">
                  <a:lumMod val="75000"/>
                </a:schemeClr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0" name="Rectangle: Rounded Corners 8">
              <a:extLst>
                <a:ext uri="{FF2B5EF4-FFF2-40B4-BE49-F238E27FC236}">
                  <a16:creationId xmlns:a16="http://schemas.microsoft.com/office/drawing/2014/main" id="{7E149A95-9579-1266-5A78-0032650C35CC}"/>
                </a:ext>
              </a:extLst>
            </p:cNvPr>
            <p:cNvSpPr txBox="1"/>
            <p:nvPr/>
          </p:nvSpPr>
          <p:spPr>
            <a:xfrm>
              <a:off x="2002163" y="19081"/>
              <a:ext cx="1601564" cy="61329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spcFirstLastPara="0" vert="horz" wrap="square" lIns="60960" tIns="60960" rIns="60960" bIns="60960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600" b="1" kern="1200" dirty="0" err="1">
                  <a:solidFill>
                    <a:schemeClr val="accent5">
                      <a:lumMod val="75000"/>
                    </a:schemeClr>
                  </a:solidFill>
                </a:rPr>
                <a:t>FastAPI</a:t>
              </a:r>
              <a:r>
                <a:rPr lang="en-IN" sz="1600" b="1" kern="1200" dirty="0">
                  <a:solidFill>
                    <a:schemeClr val="accent5">
                      <a:lumMod val="75000"/>
                    </a:schemeClr>
                  </a:solidFill>
                </a:rPr>
                <a:t> Backend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0644721-74A0-8289-F18B-6ED885F74DDC}"/>
              </a:ext>
            </a:extLst>
          </p:cNvPr>
          <p:cNvGrpSpPr/>
          <p:nvPr/>
        </p:nvGrpSpPr>
        <p:grpSpPr>
          <a:xfrm>
            <a:off x="6097479" y="5788648"/>
            <a:ext cx="347622" cy="406652"/>
            <a:chOff x="3622334" y="122404"/>
            <a:chExt cx="347622" cy="406652"/>
          </a:xfrm>
        </p:grpSpPr>
        <p:sp>
          <p:nvSpPr>
            <p:cNvPr id="27" name="Arrow: Right 26">
              <a:extLst>
                <a:ext uri="{FF2B5EF4-FFF2-40B4-BE49-F238E27FC236}">
                  <a16:creationId xmlns:a16="http://schemas.microsoft.com/office/drawing/2014/main" id="{7B55783B-3AC3-C701-4265-8B1BC397D9FA}"/>
                </a:ext>
              </a:extLst>
            </p:cNvPr>
            <p:cNvSpPr/>
            <p:nvPr/>
          </p:nvSpPr>
          <p:spPr>
            <a:xfrm>
              <a:off x="3622334" y="122404"/>
              <a:ext cx="347622" cy="406652"/>
            </a:xfrm>
            <a:prstGeom prst="rightArrow">
              <a:avLst>
                <a:gd name="adj1" fmla="val 60000"/>
                <a:gd name="adj2" fmla="val 50000"/>
              </a:avLst>
            </a:prstGeom>
            <a:ln w="38100">
              <a:solidFill>
                <a:schemeClr val="accent5">
                  <a:lumMod val="75000"/>
                </a:schemeClr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Arrow: Right 10">
              <a:extLst>
                <a:ext uri="{FF2B5EF4-FFF2-40B4-BE49-F238E27FC236}">
                  <a16:creationId xmlns:a16="http://schemas.microsoft.com/office/drawing/2014/main" id="{398729D7-DACE-DB7E-019C-85C88E61E674}"/>
                </a:ext>
              </a:extLst>
            </p:cNvPr>
            <p:cNvSpPr txBox="1"/>
            <p:nvPr/>
          </p:nvSpPr>
          <p:spPr>
            <a:xfrm>
              <a:off x="3622334" y="203734"/>
              <a:ext cx="243335" cy="24399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1600" b="1" kern="120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4C67A0A-70D0-0DF8-CFFF-EC9D8916F76C}"/>
              </a:ext>
            </a:extLst>
          </p:cNvPr>
          <p:cNvGrpSpPr/>
          <p:nvPr/>
        </p:nvGrpSpPr>
        <p:grpSpPr>
          <a:xfrm>
            <a:off x="6434529" y="5666244"/>
            <a:ext cx="1639726" cy="651461"/>
            <a:chOff x="3959384" y="0"/>
            <a:chExt cx="1639726" cy="651461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F13E019C-2602-B7B4-1EBB-5C0909A28D29}"/>
                </a:ext>
              </a:extLst>
            </p:cNvPr>
            <p:cNvSpPr/>
            <p:nvPr/>
          </p:nvSpPr>
          <p:spPr>
            <a:xfrm>
              <a:off x="3959384" y="0"/>
              <a:ext cx="1639726" cy="651461"/>
            </a:xfrm>
            <a:prstGeom prst="roundRect">
              <a:avLst>
                <a:gd name="adj" fmla="val 10000"/>
              </a:avLst>
            </a:prstGeom>
            <a:ln w="38100">
              <a:solidFill>
                <a:schemeClr val="accent5">
                  <a:lumMod val="75000"/>
                </a:schemeClr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: Rounded Corners 12">
              <a:extLst>
                <a:ext uri="{FF2B5EF4-FFF2-40B4-BE49-F238E27FC236}">
                  <a16:creationId xmlns:a16="http://schemas.microsoft.com/office/drawing/2014/main" id="{CD37402A-101C-3744-78E4-6AEFFE9F3CE2}"/>
                </a:ext>
              </a:extLst>
            </p:cNvPr>
            <p:cNvSpPr txBox="1"/>
            <p:nvPr/>
          </p:nvSpPr>
          <p:spPr>
            <a:xfrm>
              <a:off x="3978465" y="19081"/>
              <a:ext cx="1601564" cy="61329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spcFirstLastPara="0" vert="horz" wrap="square" lIns="60960" tIns="60960" rIns="60960" bIns="60960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600" b="1" kern="1200" dirty="0">
                  <a:solidFill>
                    <a:schemeClr val="accent5">
                      <a:lumMod val="75000"/>
                    </a:schemeClr>
                  </a:solidFill>
                </a:rPr>
                <a:t>SQLite Database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F748465-0B9F-5AC1-D45E-DEDC641D31D5}"/>
              </a:ext>
            </a:extLst>
          </p:cNvPr>
          <p:cNvGrpSpPr/>
          <p:nvPr/>
        </p:nvGrpSpPr>
        <p:grpSpPr>
          <a:xfrm>
            <a:off x="8073780" y="5788648"/>
            <a:ext cx="347622" cy="406652"/>
            <a:chOff x="5598635" y="122404"/>
            <a:chExt cx="347622" cy="406652"/>
          </a:xfrm>
        </p:grpSpPr>
        <p:sp>
          <p:nvSpPr>
            <p:cNvPr id="23" name="Arrow: Right 22">
              <a:extLst>
                <a:ext uri="{FF2B5EF4-FFF2-40B4-BE49-F238E27FC236}">
                  <a16:creationId xmlns:a16="http://schemas.microsoft.com/office/drawing/2014/main" id="{2E2C9542-981B-85B1-84E5-F8570255B285}"/>
                </a:ext>
              </a:extLst>
            </p:cNvPr>
            <p:cNvSpPr/>
            <p:nvPr/>
          </p:nvSpPr>
          <p:spPr>
            <a:xfrm>
              <a:off x="5598635" y="122404"/>
              <a:ext cx="347622" cy="406652"/>
            </a:xfrm>
            <a:prstGeom prst="rightArrow">
              <a:avLst>
                <a:gd name="adj1" fmla="val 60000"/>
                <a:gd name="adj2" fmla="val 50000"/>
              </a:avLst>
            </a:prstGeom>
            <a:ln w="38100">
              <a:solidFill>
                <a:schemeClr val="accent5">
                  <a:lumMod val="75000"/>
                </a:schemeClr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Arrow: Right 14">
              <a:extLst>
                <a:ext uri="{FF2B5EF4-FFF2-40B4-BE49-F238E27FC236}">
                  <a16:creationId xmlns:a16="http://schemas.microsoft.com/office/drawing/2014/main" id="{48922EBF-07A4-6FA6-49C5-46D1C2B81196}"/>
                </a:ext>
              </a:extLst>
            </p:cNvPr>
            <p:cNvSpPr txBox="1"/>
            <p:nvPr/>
          </p:nvSpPr>
          <p:spPr>
            <a:xfrm>
              <a:off x="5598635" y="203734"/>
              <a:ext cx="243335" cy="24399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1600" b="1" kern="120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622590C-C90B-4624-A61D-A4802D729A70}"/>
              </a:ext>
            </a:extLst>
          </p:cNvPr>
          <p:cNvGrpSpPr/>
          <p:nvPr/>
        </p:nvGrpSpPr>
        <p:grpSpPr>
          <a:xfrm>
            <a:off x="8410830" y="5666244"/>
            <a:ext cx="1639726" cy="651461"/>
            <a:chOff x="5935685" y="0"/>
            <a:chExt cx="1639726" cy="651461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DFE2234A-FE04-0A3C-35C9-29BF03B1CD58}"/>
                </a:ext>
              </a:extLst>
            </p:cNvPr>
            <p:cNvSpPr/>
            <p:nvPr/>
          </p:nvSpPr>
          <p:spPr>
            <a:xfrm>
              <a:off x="5935685" y="0"/>
              <a:ext cx="1639726" cy="651461"/>
            </a:xfrm>
            <a:prstGeom prst="roundRect">
              <a:avLst>
                <a:gd name="adj" fmla="val 10000"/>
              </a:avLst>
            </a:prstGeom>
            <a:ln w="38100">
              <a:solidFill>
                <a:schemeClr val="accent5">
                  <a:lumMod val="75000"/>
                </a:schemeClr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2" name="Rectangle: Rounded Corners 16">
              <a:extLst>
                <a:ext uri="{FF2B5EF4-FFF2-40B4-BE49-F238E27FC236}">
                  <a16:creationId xmlns:a16="http://schemas.microsoft.com/office/drawing/2014/main" id="{1377D09B-C9B7-AC76-AC58-94830F7B3A63}"/>
                </a:ext>
              </a:extLst>
            </p:cNvPr>
            <p:cNvSpPr txBox="1"/>
            <p:nvPr/>
          </p:nvSpPr>
          <p:spPr>
            <a:xfrm>
              <a:off x="5954766" y="19081"/>
              <a:ext cx="1601564" cy="61329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spcFirstLastPara="0" vert="horz" wrap="square" lIns="60960" tIns="60960" rIns="60960" bIns="60960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600" b="1" kern="1200" dirty="0">
                  <a:solidFill>
                    <a:schemeClr val="accent5">
                      <a:lumMod val="75000"/>
                    </a:schemeClr>
                  </a:solidFill>
                </a:rPr>
                <a:t>Retrieval + Evidence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7944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CE117-DB9E-D206-9CD7-C37D0995A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E4A7421-C027-4A25-AE51-351800613D6D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Application demonstration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E2A0E29-9539-9B7C-7EF6-8B63C7081ED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2F57E60E-3874-74CB-AD19-9D13D22C3A75}"/>
              </a:ext>
            </a:extLst>
          </p:cNvPr>
          <p:cNvPicPr>
            <a:picLocks noChangeAspect="1"/>
          </p:cNvPicPr>
          <p:nvPr/>
        </p:nvPicPr>
        <p:blipFill>
          <a:blip r:embed="R5b7c4bf5dc704526">
            <a:alphaModFix/>
          </a:blip>
          <a:stretch>
            <a:fillRect/>
          </a:stretch>
        </p:blipFill>
        <p:spPr>
          <a:xfrm>
            <a:off x="0" y="6317705"/>
            <a:ext cx="1839668" cy="54029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E527149-C8E9-918D-7F93-D76FC544A9FD}"/>
              </a:ext>
            </a:extLst>
          </p:cNvPr>
          <p:cNvPicPr>
            <a:picLocks noChangeAspect="1"/>
          </p:cNvPicPr>
          <p:nvPr/>
        </p:nvPicPr>
        <p:blipFill>
          <a:blip r:embed="R94e87708f64248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307" y="1234637"/>
            <a:ext cx="9655629" cy="5083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998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1556B-368F-CBBB-514D-02AD19F11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640DA6B-EF7F-CF5A-2EFA-5FF88135983E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Findings and Results: Complaint Investigator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071B365-C1B5-9D01-D028-128C17C84F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2694ABC2-0978-702F-1CC8-71FA99A1C787}"/>
              </a:ext>
            </a:extLst>
          </p:cNvPr>
          <p:cNvPicPr>
            <a:picLocks noChangeAspect="1"/>
          </p:cNvPicPr>
          <p:nvPr/>
        </p:nvPicPr>
        <p:blipFill>
          <a:blip r:embed="Rd98a91cd87ea4a5f">
            <a:alphaModFix/>
          </a:blip>
          <a:stretch>
            <a:fillRect/>
          </a:stretch>
        </p:blipFill>
        <p:spPr>
          <a:xfrm>
            <a:off x="0" y="6317705"/>
            <a:ext cx="1839668" cy="54029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DEFB5EF-684D-D2F5-1C1E-CAE9479F2AB4}"/>
              </a:ext>
            </a:extLst>
          </p:cNvPr>
          <p:cNvSpPr txBox="1"/>
          <p:nvPr/>
        </p:nvSpPr>
        <p:spPr>
          <a:xfrm>
            <a:off x="402771" y="1382488"/>
            <a:ext cx="6803572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buFont typeface="+mj-lt"/>
              <a:buAutoNum type="arabicPeriod"/>
            </a:pPr>
            <a:r>
              <a:rPr lang="en-IN" sz="2400" dirty="0">
                <a:solidFill>
                  <a:srgbClr val="0070C0"/>
                </a:solidFill>
              </a:rPr>
              <a:t>Extracted device details, failure indicators and reported harm from complaint narratives.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 dirty="0">
                <a:solidFill>
                  <a:srgbClr val="0070C0"/>
                </a:solidFill>
              </a:rPr>
              <a:t>Highlighted missing information requiring investigator follow-up.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 dirty="0">
                <a:solidFill>
                  <a:srgbClr val="0070C0"/>
                </a:solidFill>
              </a:rPr>
              <a:t>Retrieved similar FDA MAUDE reports to support investigation.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 dirty="0">
                <a:solidFill>
                  <a:srgbClr val="0070C0"/>
                </a:solidFill>
              </a:rPr>
              <a:t>Displayed recurring complaint patterns and potential recall matches.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 dirty="0">
                <a:solidFill>
                  <a:srgbClr val="0070C0"/>
                </a:solidFill>
              </a:rPr>
              <a:t>Presented investigation priority with clear supporting factors.</a:t>
            </a:r>
          </a:p>
          <a:p>
            <a:pPr algn="just"/>
            <a:endParaRPr lang="en-GB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BE38FDE-E162-622D-7EFE-DD1AAFB61286}"/>
              </a:ext>
            </a:extLst>
          </p:cNvPr>
          <p:cNvPicPr>
            <a:picLocks noChangeAspect="1"/>
          </p:cNvPicPr>
          <p:nvPr/>
        </p:nvPicPr>
        <p:blipFill>
          <a:blip r:embed="R609210d8bb89459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7073" y="1234637"/>
            <a:ext cx="3897766" cy="248827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B9A841F-F9AE-3403-31F3-692458250AB4}"/>
              </a:ext>
            </a:extLst>
          </p:cNvPr>
          <p:cNvPicPr>
            <a:picLocks noChangeAspect="1"/>
          </p:cNvPicPr>
          <p:nvPr/>
        </p:nvPicPr>
        <p:blipFill>
          <a:blip r:embed="R9e34f70dc27c410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7073" y="3765794"/>
            <a:ext cx="3909040" cy="2145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164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9EF2F-A4DF-2533-0744-01FC79F48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E406CE-F446-EAF3-4577-8DDB2C35B51D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Validation Summary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C6177A8-0A6D-CCBC-FF6F-FABF3E2745E1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EE7FD1D-A255-B298-CB26-73576775BF4B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b="1" dirty="0" err="1">
                <a:solidFill>
                  <a:prstClr val="white"/>
                </a:solidFill>
                <a:cs typeface="Calibri" panose="020F0502020204030204" pitchFamily="34" charset="0"/>
              </a:rPr>
              <a:t>MedTrace AI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4555A09-CBFF-2681-690A-295834BDEE26}"/>
              </a:ext>
            </a:extLst>
          </p:cNvPr>
          <p:cNvPicPr>
            <a:picLocks noChangeAspect="1"/>
          </p:cNvPicPr>
          <p:nvPr/>
        </p:nvPicPr>
        <p:blipFill>
          <a:blip r:embed="Rca7598170328434d">
            <a:alphaModFix/>
          </a:blip>
          <a:stretch>
            <a:fillRect/>
          </a:stretch>
        </p:blipFill>
        <p:spPr>
          <a:xfrm>
            <a:off x="0" y="6317705"/>
            <a:ext cx="1839668" cy="540296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6186C2C-B7B6-80E5-4121-400678E87CC4}"/>
              </a:ext>
            </a:extLst>
          </p:cNvPr>
          <p:cNvSpPr/>
          <p:nvPr/>
        </p:nvSpPr>
        <p:spPr>
          <a:xfrm>
            <a:off x="8980027" y="1173584"/>
            <a:ext cx="2996204" cy="1230079"/>
          </a:xfrm>
          <a:prstGeom prst="roundRect">
            <a:avLst/>
          </a:prstGeom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IN" sz="2400" b="1" dirty="0">
                <a:solidFill>
                  <a:schemeClr val="accent5">
                    <a:lumMod val="75000"/>
                  </a:schemeClr>
                </a:solidFill>
              </a:rPr>
              <a:t>18 Passed</a:t>
            </a:r>
          </a:p>
          <a:p>
            <a:pPr algn="just"/>
            <a:r>
              <a:rPr lang="en-IN" sz="2400" b="1" dirty="0">
                <a:solidFill>
                  <a:schemeClr val="accent3">
                    <a:lumMod val="50000"/>
                  </a:schemeClr>
                </a:solidFill>
              </a:rPr>
              <a:t>Automated Tests</a:t>
            </a:r>
            <a:endParaRPr lang="en-IN" sz="20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8D0FF36D-C578-576D-A4C0-638D0B68C860}"/>
              </a:ext>
            </a:extLst>
          </p:cNvPr>
          <p:cNvSpPr/>
          <p:nvPr/>
        </p:nvSpPr>
        <p:spPr>
          <a:xfrm>
            <a:off x="1015433" y="5469177"/>
            <a:ext cx="11038113" cy="867281"/>
          </a:xfrm>
          <a:prstGeom prst="roundRect">
            <a:avLst/>
          </a:prstGeom>
          <a:ln w="38100"/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GB" sz="2400" dirty="0">
                <a:solidFill>
                  <a:schemeClr val="accent5">
                    <a:lumMod val="75000"/>
                  </a:schemeClr>
                </a:solidFill>
              </a:rPr>
              <a:t>Validation covers software workflows and evidence retrieval. Qualified review remains essential for regulatory decisions.</a:t>
            </a:r>
            <a:endParaRPr lang="en-IN" sz="24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67FF491-F865-3ACC-D411-13262D92D2E7}"/>
              </a:ext>
            </a:extLst>
          </p:cNvPr>
          <p:cNvSpPr/>
          <p:nvPr/>
        </p:nvSpPr>
        <p:spPr>
          <a:xfrm>
            <a:off x="8974522" y="4072168"/>
            <a:ext cx="2996204" cy="1230079"/>
          </a:xfrm>
          <a:prstGeom prst="roundRect">
            <a:avLst/>
          </a:prstGeom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IN" sz="2400" b="1" dirty="0" err="1">
                <a:solidFill>
                  <a:schemeClr val="accent5">
                    <a:lumMod val="75000"/>
                  </a:schemeClr>
                </a:solidFill>
              </a:rPr>
              <a:t>FastAPI + Streamlit</a:t>
            </a:r>
            <a:endParaRPr lang="en-IN" sz="2400" b="1" dirty="0">
              <a:solidFill>
                <a:schemeClr val="accent5">
                  <a:lumMod val="75000"/>
                </a:schemeClr>
              </a:solidFill>
            </a:endParaRPr>
          </a:p>
          <a:p>
            <a:pPr algn="just"/>
            <a:r>
              <a:rPr lang="en-IN" sz="2400" b="1" dirty="0">
                <a:solidFill>
                  <a:schemeClr val="accent3">
                    <a:lumMod val="50000"/>
                  </a:schemeClr>
                </a:solidFill>
              </a:rPr>
              <a:t>Workflow Validation</a:t>
            </a:r>
            <a:endParaRPr lang="en-IN" sz="20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4D7FF20-23D5-50DE-93DB-593B3C741F5E}"/>
              </a:ext>
            </a:extLst>
          </p:cNvPr>
          <p:cNvSpPr/>
          <p:nvPr/>
        </p:nvSpPr>
        <p:spPr>
          <a:xfrm>
            <a:off x="8974522" y="2622876"/>
            <a:ext cx="2996204" cy="1230079"/>
          </a:xfrm>
          <a:prstGeom prst="roundRect">
            <a:avLst/>
          </a:prstGeom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IN" sz="2400" b="1" dirty="0">
                <a:solidFill>
                  <a:schemeClr val="accent5">
                    <a:lumMod val="75000"/>
                  </a:schemeClr>
                </a:solidFill>
              </a:rPr>
              <a:t>Source References</a:t>
            </a:r>
          </a:p>
          <a:p>
            <a:pPr algn="just"/>
            <a:r>
              <a:rPr lang="en-IN" sz="2400" b="1" dirty="0">
                <a:solidFill>
                  <a:schemeClr val="accent3">
                    <a:lumMod val="50000"/>
                  </a:schemeClr>
                </a:solidFill>
              </a:rPr>
              <a:t>Evidence Traceability</a:t>
            </a:r>
            <a:endParaRPr lang="en-IN" sz="2000" dirty="0">
              <a:solidFill>
                <a:schemeClr val="accent3">
                  <a:lumMod val="50000"/>
                </a:schemeClr>
              </a:solidFill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16A52AF7-658B-A403-7F22-9EF7B5DCE0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9216479"/>
              </p:ext>
            </p:extLst>
          </p:nvPr>
        </p:nvGraphicFramePr>
        <p:xfrm>
          <a:off x="221274" y="1363651"/>
          <a:ext cx="8530840" cy="3964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65420">
                  <a:extLst>
                    <a:ext uri="{9D8B030D-6E8A-4147-A177-3AD203B41FA5}">
                      <a16:colId xmlns:a16="http://schemas.microsoft.com/office/drawing/2014/main" val="1090945894"/>
                    </a:ext>
                  </a:extLst>
                </a:gridCol>
                <a:gridCol w="4265420">
                  <a:extLst>
                    <a:ext uri="{9D8B030D-6E8A-4147-A177-3AD203B41FA5}">
                      <a16:colId xmlns:a16="http://schemas.microsoft.com/office/drawing/2014/main" val="1309203718"/>
                    </a:ext>
                  </a:extLst>
                </a:gridCol>
              </a:tblGrid>
              <a:tr h="1126457">
                <a:tc>
                  <a:txBody>
                    <a:bodyPr/>
                    <a:lstStyle/>
                    <a:p>
                      <a:r>
                        <a:rPr lang="en-IN" sz="2400" b="1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</a:rPr>
                        <a:t>Automated Test Suite</a:t>
                      </a:r>
                    </a:p>
                    <a:p>
                      <a:r>
                        <a:rPr lang="en-IN" sz="20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</a:rPr>
                        <a:t>18 automated tests passed.</a:t>
                      </a:r>
                      <a:endParaRPr lang="en-IN" sz="2000" dirty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</a:rPr>
                        <a:t>Evidence Retrieval</a:t>
                      </a:r>
                    </a:p>
                    <a:p>
                      <a:r>
                        <a:rPr lang="en-IN" sz="20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</a:rPr>
                        <a:t>Similar FDA reports and regulatory passages retrieved.</a:t>
                      </a:r>
                      <a:endParaRPr lang="en-IN" sz="2000" dirty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60173096"/>
                  </a:ext>
                </a:extLst>
              </a:tr>
              <a:tr h="1771103">
                <a:tc>
                  <a:txBody>
                    <a:bodyPr/>
                    <a:lstStyle/>
                    <a:p>
                      <a:r>
                        <a:rPr lang="en-IN" sz="2400" b="1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</a:rPr>
                        <a:t>Application Workflow</a:t>
                      </a:r>
                    </a:p>
                    <a:p>
                      <a:r>
                        <a:rPr lang="en-IN" sz="2000" dirty="0" err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</a:rPr>
                        <a:t>FastAPI and Streamlit workflow tested.</a:t>
                      </a:r>
                      <a:endParaRPr lang="en-IN" sz="2000" dirty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</a:rPr>
                        <a:t>Investigation Storage</a:t>
                      </a:r>
                    </a:p>
                    <a:p>
                      <a:r>
                        <a:rPr lang="en-IN" sz="20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</a:rPr>
                        <a:t>SQLite stores investigation records.</a:t>
                      </a:r>
                    </a:p>
                    <a:p>
                      <a:r>
                        <a:rPr lang="en-IN" sz="20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</a:rPr>
                        <a:t>Source references remain linked to evidence.</a:t>
                      </a:r>
                      <a:endParaRPr lang="en-IN" sz="2000" dirty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15961860"/>
                  </a:ext>
                </a:extLst>
              </a:tr>
              <a:tr h="1062088">
                <a:tc>
                  <a:txBody>
                    <a:bodyPr/>
                    <a:lstStyle/>
                    <a:p>
                      <a:r>
                        <a:rPr lang="en-IN" sz="2400" b="1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</a:rPr>
                        <a:t>Workflow Orchestration</a:t>
                      </a:r>
                    </a:p>
                    <a:p>
                      <a:r>
                        <a:rPr lang="en-IN" sz="20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</a:rPr>
                        <a:t>Sequential and LangGraph execution checked.</a:t>
                      </a:r>
                      <a:endParaRPr lang="en-IN" sz="2000" dirty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2000" dirty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80576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5786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872131-A6C0-4ECF-9994-EA002B6EAD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1936004" cy="4142989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GB" sz="2400" b="0" dirty="0">
                <a:solidFill>
                  <a:srgbClr val="5583D1"/>
                </a:solidFill>
                <a:latin typeface="+mn-lt"/>
              </a:rPr>
              <a:t>• MedTrace AI brings medical device complaint investigation into one workflow.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GB" sz="2400" b="0" dirty="0">
                <a:solidFill>
                  <a:srgbClr val="5583D1"/>
                </a:solidFill>
                <a:latin typeface="+mn-lt"/>
              </a:rPr>
              <a:t>• Complaint extraction highlights reported facts and missing information.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GB" sz="2400" b="0" dirty="0">
                <a:solidFill>
                  <a:srgbClr val="5583D1"/>
                </a:solidFill>
                <a:latin typeface="+mn-lt"/>
              </a:rPr>
              <a:t>• Historical reports and recall candidates support evidence review.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GB" sz="2400" b="0" dirty="0">
                <a:solidFill>
                  <a:srgbClr val="5583D1"/>
                </a:solidFill>
                <a:latin typeface="+mn-lt"/>
              </a:rPr>
              <a:t>• Visible priority factors and cited regulatory passages explain recommendations.</a:t>
            </a:r>
          </a:p>
          <a:p>
            <a:pPr marL="0" indent="0" algn="just">
              <a:buNone/>
            </a:pPr>
            <a:r>
              <a:rPr lang="en-GB" sz="2400" b="0" dirty="0">
                <a:solidFill>
                  <a:srgbClr val="5583D1"/>
                </a:solidFill>
                <a:latin typeface="+mn-lt"/>
              </a:rPr>
              <a:t>• Stored investigations preserve evidence for qualified human decisions.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Conclusion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b="1" dirty="0" err="1">
                <a:solidFill>
                  <a:prstClr val="white"/>
                </a:solidFill>
                <a:cs typeface="Calibri" panose="020F0502020204030204" pitchFamily="34" charset="0"/>
              </a:rPr>
              <a:t>MedTrace AI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51EA0C-11D8-F016-1A88-73DD0F5D2D9A}"/>
              </a:ext>
            </a:extLst>
          </p:cNvPr>
          <p:cNvPicPr>
            <a:picLocks noChangeAspect="1"/>
          </p:cNvPicPr>
          <p:nvPr/>
        </p:nvPicPr>
        <p:blipFill>
          <a:blip r:embed="Ref9202e9ddcc415d">
            <a:alphaModFix/>
          </a:blip>
          <a:stretch>
            <a:fillRect/>
          </a:stretch>
        </p:blipFill>
        <p:spPr>
          <a:xfrm>
            <a:off x="0" y="6317705"/>
            <a:ext cx="1839668" cy="54029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48D5007-4EFF-54E4-AABC-CE2378A0030B}"/>
              </a:ext>
            </a:extLst>
          </p:cNvPr>
          <p:cNvSpPr txBox="1"/>
          <p:nvPr/>
        </p:nvSpPr>
        <p:spPr>
          <a:xfrm>
            <a:off x="2677887" y="5578319"/>
            <a:ext cx="7935686" cy="830997"/>
          </a:xfrm>
          <a:prstGeom prst="rect">
            <a:avLst/>
          </a:prstGeom>
          <a:ln w="38100"/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solidFill>
                  <a:schemeClr val="accent5">
                    <a:lumMod val="75000"/>
                  </a:schemeClr>
                </a:solidFill>
              </a:rPr>
              <a:t>MedTrace AI supports traceable investigation from complaint intake to human review.</a:t>
            </a:r>
            <a:endParaRPr lang="en-IN" sz="2400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837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8FAE4-CECD-5538-92C3-0453CB4EA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F266008-6E1D-39CA-F9EE-09D03935943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Limitations and Future Work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2FC399-53D8-9021-E323-6D5B42D09892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b="1" dirty="0" err="1">
                <a:solidFill>
                  <a:prstClr val="white"/>
                </a:solidFill>
                <a:cs typeface="Calibri" panose="020F0502020204030204" pitchFamily="34" charset="0"/>
              </a:rPr>
              <a:t>MedTrace AI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1096FB-6CFD-4BF1-E505-F682DDBCA0D4}"/>
              </a:ext>
            </a:extLst>
          </p:cNvPr>
          <p:cNvPicPr>
            <a:picLocks noChangeAspect="1"/>
          </p:cNvPicPr>
          <p:nvPr/>
        </p:nvPicPr>
        <p:blipFill>
          <a:blip r:embed="R48966d48be1547f5">
            <a:alphaModFix/>
          </a:blip>
          <a:stretch>
            <a:fillRect/>
          </a:stretch>
        </p:blipFill>
        <p:spPr>
          <a:xfrm>
            <a:off x="0" y="6317705"/>
            <a:ext cx="1839668" cy="54029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E6F41DE-E0DE-1B92-8096-BB13AC53A5A2}"/>
              </a:ext>
            </a:extLst>
          </p:cNvPr>
          <p:cNvSpPr txBox="1"/>
          <p:nvPr/>
        </p:nvSpPr>
        <p:spPr>
          <a:xfrm>
            <a:off x="6221368" y="1415649"/>
            <a:ext cx="5578748" cy="3785652"/>
          </a:xfrm>
          <a:prstGeom prst="rect">
            <a:avLst/>
          </a:prstGeom>
          <a:ln w="38100"/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chemeClr val="accent6"/>
                </a:solidFill>
              </a:rPr>
              <a:t>Future work</a:t>
            </a:r>
            <a:endParaRPr lang="en-GB" sz="2400" dirty="0">
              <a:solidFill>
                <a:schemeClr val="accent5">
                  <a:lumMod val="7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5">
                    <a:lumMod val="75000"/>
                  </a:schemeClr>
                </a:solidFill>
              </a:rPr>
              <a:t>Extend coverage to additional medical device categories.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5">
                    <a:lumMod val="75000"/>
                  </a:schemeClr>
                </a:solidFill>
              </a:rPr>
              <a:t>Expand the corpus with expert-reviewed investigation labels.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5">
                    <a:lumMod val="75000"/>
                  </a:schemeClr>
                </a:solidFill>
              </a:rPr>
              <a:t>Evaluate retrieval and classification across diverse failure types.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5">
                    <a:lumMod val="75000"/>
                  </a:schemeClr>
                </a:solidFill>
              </a:rPr>
              <a:t>Integrate manufacturer quality systems and controlled production access.</a:t>
            </a:r>
            <a:endParaRPr lang="en-IN" sz="24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F82C55-DCD7-5829-D70E-7B63CA645864}"/>
              </a:ext>
            </a:extLst>
          </p:cNvPr>
          <p:cNvSpPr txBox="1"/>
          <p:nvPr/>
        </p:nvSpPr>
        <p:spPr>
          <a:xfrm>
            <a:off x="391886" y="1415649"/>
            <a:ext cx="5578747" cy="3847207"/>
          </a:xfrm>
          <a:prstGeom prst="rect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chemeClr val="accent2"/>
                </a:solidFill>
              </a:rPr>
              <a:t>Limitations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5">
                    <a:lumMod val="75000"/>
                  </a:schemeClr>
                </a:solidFill>
              </a:rPr>
              <a:t>Public reports contain missing values, duplicates and reporting bias.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5">
                    <a:lumMod val="75000"/>
                  </a:schemeClr>
                </a:solidFill>
              </a:rPr>
              <a:t>Similarity and recall matches require investigator verification.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5">
                    <a:lumMod val="75000"/>
                  </a:schemeClr>
                </a:solidFill>
              </a:rPr>
              <a:t>Report counts do not establish incidence or device failure rates.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5">
                    <a:lumMod val="75000"/>
                  </a:schemeClr>
                </a:solidFill>
              </a:rPr>
              <a:t>Regulatory interpretation and final decisions require qualified review.</a:t>
            </a:r>
            <a:endParaRPr lang="en-IN" sz="2400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5145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EF67A-643D-813A-1103-07DEE3240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0BDE185-8577-07A9-AC9C-F91ED6E539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1936004" cy="4142989"/>
          </a:xfrm>
        </p:spPr>
        <p:txBody>
          <a:bodyPr/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b="0" dirty="0">
                <a:solidFill>
                  <a:srgbClr val="5583D1"/>
                </a:solidFill>
              </a:rPr>
              <a:t>FDA. MAUDE medical device adverse event reports. www.accessdata.fda.gov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b="0" dirty="0">
                <a:solidFill>
                  <a:srgbClr val="5583D1"/>
                </a:solidFill>
              </a:rPr>
              <a:t>FDA. Device Event and Recall API documentation. open.fda.gov/apis/device/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b="0" dirty="0">
                <a:solidFill>
                  <a:srgbClr val="5583D1"/>
                </a:solidFill>
              </a:rPr>
              <a:t>eCFR. 21 CFR Part 803: Medical Device Reporting. www.ecfr.gov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b="0" dirty="0">
                <a:solidFill>
                  <a:srgbClr val="5583D1"/>
                </a:solidFill>
              </a:rPr>
              <a:t>Sentence Transformers. Semantic search documentation. www.sbert.net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b="0" dirty="0">
                <a:solidFill>
                  <a:srgbClr val="5583D1"/>
                </a:solidFill>
              </a:rPr>
              <a:t>FAISS. Similarity search documentation. faiss.ai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F982BD-04E0-0B0E-5CE9-40B525B302D3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Reference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BC93C21-67D0-00A4-2A01-96C33D583D4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8CAE3D7-F59D-067B-D32E-9C065C5A00BE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b="1" dirty="0" err="1">
                <a:solidFill>
                  <a:prstClr val="white"/>
                </a:solidFill>
                <a:cs typeface="Calibri" panose="020F0502020204030204" pitchFamily="34" charset="0"/>
              </a:rPr>
              <a:t>MedTrace AI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2CFBE07-5F45-92DE-D99A-D0CB45E959EA}"/>
              </a:ext>
            </a:extLst>
          </p:cNvPr>
          <p:cNvPicPr>
            <a:picLocks noChangeAspect="1"/>
          </p:cNvPicPr>
          <p:nvPr/>
        </p:nvPicPr>
        <p:blipFill>
          <a:blip r:embed="R8ba8809a5f3840dd">
            <a:alphaModFix/>
          </a:blip>
          <a:stretch>
            <a:fillRect/>
          </a:stretch>
        </p:blipFill>
        <p:spPr>
          <a:xfrm>
            <a:off x="0" y="6317705"/>
            <a:ext cx="1839668" cy="540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402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docProps/app.xml><?xml version="1.0" encoding="utf-8"?>
<Properties xmlns="http://schemas.openxmlformats.org/officeDocument/2006/extended-properties" xmlns:vt="http://schemas.openxmlformats.org/officeDocument/2006/docPropsVTypes">
  <TotalTime>878</TotalTime>
  <Words>717</Words>
  <Application>Microsoft Office PowerPoint</Application>
  <PresentationFormat>Widescreen</PresentationFormat>
  <Paragraphs>149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(Body)</vt:lpstr>
      <vt:lpstr>Frutiger 45 bold</vt:lpstr>
      <vt:lpstr>Frutiger LT Pro 45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>PowerPoint Presentation</dc:title>
  <dc:creator>HARI PRASATH</dc:creator>
  <lastModifiedBy>Khavin C</lastModifiedBy>
  <revision>27</revision>
  <dcterms:created xsi:type="dcterms:W3CDTF">2024-05-13T10:33:11.0000000Z</dcterms:created>
  <dcterms:modified xsi:type="dcterms:W3CDTF">2026-10-12T23:53:41.6870000Z</dcterms:modified>
</coreProperties>
</file>

<file path=docProps/custom.xml><?xml version="1.0" encoding="utf-8"?>
<Properties xmlns="http://schemas.openxmlformats.org/officeDocument/2006/custom-properties" xmlns:vt="http://schemas.openxmlformats.org/officeDocument/2006/docPropsVTypes"/>
</file>