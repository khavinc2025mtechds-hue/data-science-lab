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505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512" r:id="rId9"/>
    <p:sldId id="2147470513" r:id="rId10"/>
    <p:sldId id="2147470506" r:id="rId11"/>
    <p:sldId id="2147470499" r:id="rId12"/>
    <p:sldId id="2147470507" r:id="rId13"/>
    <p:sldId id="214747051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A8E4"/>
    <a:srgbClr val="FFFFFF"/>
    <a:srgbClr val="25B9ED"/>
    <a:srgbClr val="47BDAE"/>
    <a:srgbClr val="30BBDA"/>
    <a:srgbClr val="47BDAF"/>
    <a:srgbClr val="696969"/>
    <a:srgbClr val="1C4D98"/>
    <a:srgbClr val="8BC431"/>
    <a:srgbClr val="97B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4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#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6246AE-7729-4AD3-BE87-8ACC6DC21D2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F9A1116-A0AE-4D31-9910-1F7CF4E99130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1600" b="1" dirty="0">
              <a:solidFill>
                <a:schemeClr val="accent5">
                  <a:lumMod val="75000"/>
                </a:schemeClr>
              </a:solidFill>
            </a:rPr>
            <a:t>New Complaint</a:t>
          </a:r>
        </a:p>
      </dgm:t>
    </dgm:pt>
    <dgm:pt modelId="{E0EF789F-A5EB-49B4-987F-5842ED71BCE0}" type="parTrans" cxnId="{6B9764A4-E8CA-4EBD-A6DF-68404D3AE525}">
      <dgm:prSet/>
      <dgm:spPr/>
      <dgm:t>
        <a:bodyPr/>
        <a:lstStyle/>
        <a:p>
          <a:endParaRPr lang="en-IN"/>
        </a:p>
      </dgm:t>
    </dgm:pt>
    <dgm:pt modelId="{0533AABE-CE81-45BF-8336-6C05D9A4A86B}" type="sibTrans" cxnId="{6B9764A4-E8CA-4EBD-A6DF-68404D3AE525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1600" b="1">
            <a:solidFill>
              <a:schemeClr val="accent5">
                <a:lumMod val="75000"/>
              </a:schemeClr>
            </a:solidFill>
          </a:endParaRPr>
        </a:p>
      </dgm:t>
    </dgm:pt>
    <dgm:pt modelId="{0AF402B5-7492-4DDF-961F-E10DEF601F3F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1600" b="1" dirty="0">
              <a:solidFill>
                <a:schemeClr val="accent5">
                  <a:lumMod val="75000"/>
                </a:schemeClr>
              </a:solidFill>
            </a:rPr>
            <a:t>Evidence Retrieval</a:t>
          </a:r>
        </a:p>
      </dgm:t>
    </dgm:pt>
    <dgm:pt modelId="{C6853197-A36C-479E-8F5A-F8DE6FDA5B70}" type="parTrans" cxnId="{FA1087CF-D345-4ED2-B4D1-2B46F04F48B5}">
      <dgm:prSet/>
      <dgm:spPr/>
      <dgm:t>
        <a:bodyPr/>
        <a:lstStyle/>
        <a:p>
          <a:endParaRPr lang="en-IN"/>
        </a:p>
      </dgm:t>
    </dgm:pt>
    <dgm:pt modelId="{DC409145-4EA7-4F70-A46F-CB820F404E93}" type="sibTrans" cxnId="{FA1087CF-D345-4ED2-B4D1-2B46F04F48B5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1600" b="1">
            <a:solidFill>
              <a:schemeClr val="accent5">
                <a:lumMod val="75000"/>
              </a:schemeClr>
            </a:solidFill>
          </a:endParaRPr>
        </a:p>
      </dgm:t>
    </dgm:pt>
    <dgm:pt modelId="{32A8F01B-6B08-4903-BBC2-3B5D348187EB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1600" b="1" dirty="0">
              <a:solidFill>
                <a:schemeClr val="accent5">
                  <a:lumMod val="75000"/>
                </a:schemeClr>
              </a:solidFill>
            </a:rPr>
            <a:t>Priority Review</a:t>
          </a:r>
        </a:p>
      </dgm:t>
    </dgm:pt>
    <dgm:pt modelId="{FC43E503-7113-4579-9277-1E7060E5D605}" type="parTrans" cxnId="{9AF466BA-F3AB-4A31-9488-F311454D33FC}">
      <dgm:prSet/>
      <dgm:spPr/>
      <dgm:t>
        <a:bodyPr/>
        <a:lstStyle/>
        <a:p>
          <a:endParaRPr lang="en-IN"/>
        </a:p>
      </dgm:t>
    </dgm:pt>
    <dgm:pt modelId="{A37605E2-9CAC-4257-B3CF-67F23EE350CE}" type="sibTrans" cxnId="{9AF466BA-F3AB-4A31-9488-F311454D33FC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1600" b="1">
            <a:solidFill>
              <a:schemeClr val="accent5">
                <a:lumMod val="75000"/>
              </a:schemeClr>
            </a:solidFill>
          </a:endParaRPr>
        </a:p>
      </dgm:t>
    </dgm:pt>
    <dgm:pt modelId="{A358B9CF-DB03-4973-8BA9-D34161DAEC03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1600" b="1" dirty="0">
              <a:solidFill>
                <a:schemeClr val="accent5">
                  <a:lumMod val="75000"/>
                </a:schemeClr>
              </a:solidFill>
            </a:rPr>
            <a:t>Investigation Report</a:t>
          </a:r>
        </a:p>
      </dgm:t>
    </dgm:pt>
    <dgm:pt modelId="{A0988428-D301-469B-AB77-96D978966B3A}" type="parTrans" cxnId="{D5FC2F97-0D7D-4277-B6F6-AFA63F767BB6}">
      <dgm:prSet/>
      <dgm:spPr/>
      <dgm:t>
        <a:bodyPr/>
        <a:lstStyle/>
        <a:p>
          <a:endParaRPr lang="en-IN"/>
        </a:p>
      </dgm:t>
    </dgm:pt>
    <dgm:pt modelId="{405CB42B-8579-4E2D-A2A2-D6DFCD6A05A7}" type="sibTrans" cxnId="{D5FC2F97-0D7D-4277-B6F6-AFA63F767BB6}">
      <dgm:prSet/>
      <dgm:spPr/>
      <dgm:t>
        <a:bodyPr/>
        <a:lstStyle/>
        <a:p>
          <a:endParaRPr lang="en-IN"/>
        </a:p>
      </dgm:t>
    </dgm:pt>
    <dgm:pt modelId="{F82BFC55-E3EC-4C26-8F54-AB96D02E68FA}" type="pres">
      <dgm:prSet presAssocID="{576246AE-7729-4AD3-BE87-8ACC6DC21D28}" presName="Name0" presStyleCnt="0">
        <dgm:presLayoutVars>
          <dgm:dir/>
          <dgm:resizeHandles val="exact"/>
        </dgm:presLayoutVars>
      </dgm:prSet>
      <dgm:spPr/>
    </dgm:pt>
    <dgm:pt modelId="{625F9704-3930-44F7-928D-4DBC38722F9E}" type="pres">
      <dgm:prSet presAssocID="{EF9A1116-A0AE-4D31-9910-1F7CF4E99130}" presName="node" presStyleLbl="node1" presStyleIdx="0" presStyleCnt="4" custScaleX="194872">
        <dgm:presLayoutVars>
          <dgm:bulletEnabled val="1"/>
        </dgm:presLayoutVars>
      </dgm:prSet>
      <dgm:spPr/>
    </dgm:pt>
    <dgm:pt modelId="{A80D544A-FB3A-4816-A546-94052333F686}" type="pres">
      <dgm:prSet presAssocID="{0533AABE-CE81-45BF-8336-6C05D9A4A86B}" presName="sibTrans" presStyleLbl="sibTrans2D1" presStyleIdx="0" presStyleCnt="3" custScaleX="194872" custScaleY="194872"/>
      <dgm:spPr/>
    </dgm:pt>
    <dgm:pt modelId="{D4C5781C-D735-4D5D-B133-07F1AF1A2670}" type="pres">
      <dgm:prSet presAssocID="{0533AABE-CE81-45BF-8336-6C05D9A4A86B}" presName="connectorText" presStyleLbl="sibTrans2D1" presStyleIdx="0" presStyleCnt="3"/>
      <dgm:spPr/>
    </dgm:pt>
    <dgm:pt modelId="{2061DC4F-A1B5-4C77-9DB6-8CAB11B6911F}" type="pres">
      <dgm:prSet presAssocID="{0AF402B5-7492-4DDF-961F-E10DEF601F3F}" presName="node" presStyleLbl="node1" presStyleIdx="1" presStyleCnt="4" custScaleX="194872">
        <dgm:presLayoutVars>
          <dgm:bulletEnabled val="1"/>
        </dgm:presLayoutVars>
      </dgm:prSet>
      <dgm:spPr/>
    </dgm:pt>
    <dgm:pt modelId="{C99CCF89-2B73-4C74-BCEE-FC8344AA8690}" type="pres">
      <dgm:prSet presAssocID="{DC409145-4EA7-4F70-A46F-CB820F404E93}" presName="sibTrans" presStyleLbl="sibTrans2D1" presStyleIdx="1" presStyleCnt="3" custScaleX="194872" custScaleY="194872"/>
      <dgm:spPr/>
    </dgm:pt>
    <dgm:pt modelId="{063D0F7C-3915-4B88-A17F-4DA8CA8D49B5}" type="pres">
      <dgm:prSet presAssocID="{DC409145-4EA7-4F70-A46F-CB820F404E93}" presName="connectorText" presStyleLbl="sibTrans2D1" presStyleIdx="1" presStyleCnt="3"/>
      <dgm:spPr/>
    </dgm:pt>
    <dgm:pt modelId="{103CFD20-5CD2-4386-B2B5-6712B66C7FCC}" type="pres">
      <dgm:prSet presAssocID="{32A8F01B-6B08-4903-BBC2-3B5D348187EB}" presName="node" presStyleLbl="node1" presStyleIdx="2" presStyleCnt="4" custScaleX="194872">
        <dgm:presLayoutVars>
          <dgm:bulletEnabled val="1"/>
        </dgm:presLayoutVars>
      </dgm:prSet>
      <dgm:spPr/>
    </dgm:pt>
    <dgm:pt modelId="{D61DF455-1739-4888-B7FC-C672E70116AF}" type="pres">
      <dgm:prSet presAssocID="{A37605E2-9CAC-4257-B3CF-67F23EE350CE}" presName="sibTrans" presStyleLbl="sibTrans2D1" presStyleIdx="2" presStyleCnt="3" custScaleX="194872" custScaleY="194872"/>
      <dgm:spPr/>
    </dgm:pt>
    <dgm:pt modelId="{8B10360A-A27D-4165-BF75-ED011B9D741A}" type="pres">
      <dgm:prSet presAssocID="{A37605E2-9CAC-4257-B3CF-67F23EE350CE}" presName="connectorText" presStyleLbl="sibTrans2D1" presStyleIdx="2" presStyleCnt="3"/>
      <dgm:spPr/>
    </dgm:pt>
    <dgm:pt modelId="{3372D240-3B1D-4E22-BF3D-61055E0D1A45}" type="pres">
      <dgm:prSet presAssocID="{A358B9CF-DB03-4973-8BA9-D34161DAEC03}" presName="node" presStyleLbl="node1" presStyleIdx="3" presStyleCnt="4" custScaleX="194872">
        <dgm:presLayoutVars>
          <dgm:bulletEnabled val="1"/>
        </dgm:presLayoutVars>
      </dgm:prSet>
      <dgm:spPr/>
    </dgm:pt>
  </dgm:ptLst>
  <dgm:cxnLst>
    <dgm:cxn modelId="{E7B4EE00-7890-4EC3-84B9-0E502C2916E0}" type="presOf" srcId="{0533AABE-CE81-45BF-8336-6C05D9A4A86B}" destId="{A80D544A-FB3A-4816-A546-94052333F686}" srcOrd="0" destOrd="0" presId="urn:microsoft.com/office/officeart/2005/8/layout/process1"/>
    <dgm:cxn modelId="{1E692706-8C29-4156-9082-63E0C525782F}" type="presOf" srcId="{32A8F01B-6B08-4903-BBC2-3B5D348187EB}" destId="{103CFD20-5CD2-4386-B2B5-6712B66C7FCC}" srcOrd="0" destOrd="0" presId="urn:microsoft.com/office/officeart/2005/8/layout/process1"/>
    <dgm:cxn modelId="{B1825707-62F4-441F-BF50-4E86E47DC8D8}" type="presOf" srcId="{EF9A1116-A0AE-4D31-9910-1F7CF4E99130}" destId="{625F9704-3930-44F7-928D-4DBC38722F9E}" srcOrd="0" destOrd="0" presId="urn:microsoft.com/office/officeart/2005/8/layout/process1"/>
    <dgm:cxn modelId="{95E14938-55FA-4457-BBFF-C9640B33BCBD}" type="presOf" srcId="{DC409145-4EA7-4F70-A46F-CB820F404E93}" destId="{063D0F7C-3915-4B88-A17F-4DA8CA8D49B5}" srcOrd="1" destOrd="0" presId="urn:microsoft.com/office/officeart/2005/8/layout/process1"/>
    <dgm:cxn modelId="{FE54DC46-0CCA-461B-837B-DD47DCA2A333}" type="presOf" srcId="{A37605E2-9CAC-4257-B3CF-67F23EE350CE}" destId="{8B10360A-A27D-4165-BF75-ED011B9D741A}" srcOrd="1" destOrd="0" presId="urn:microsoft.com/office/officeart/2005/8/layout/process1"/>
    <dgm:cxn modelId="{446D2A69-4FEA-477A-8CCE-0FA8FF49E387}" type="presOf" srcId="{A37605E2-9CAC-4257-B3CF-67F23EE350CE}" destId="{D61DF455-1739-4888-B7FC-C672E70116AF}" srcOrd="0" destOrd="0" presId="urn:microsoft.com/office/officeart/2005/8/layout/process1"/>
    <dgm:cxn modelId="{C081756A-379C-44EC-8E78-46567059C0F9}" type="presOf" srcId="{0AF402B5-7492-4DDF-961F-E10DEF601F3F}" destId="{2061DC4F-A1B5-4C77-9DB6-8CAB11B6911F}" srcOrd="0" destOrd="0" presId="urn:microsoft.com/office/officeart/2005/8/layout/process1"/>
    <dgm:cxn modelId="{D5FC2F97-0D7D-4277-B6F6-AFA63F767BB6}" srcId="{576246AE-7729-4AD3-BE87-8ACC6DC21D28}" destId="{A358B9CF-DB03-4973-8BA9-D34161DAEC03}" srcOrd="3" destOrd="0" parTransId="{A0988428-D301-469B-AB77-96D978966B3A}" sibTransId="{405CB42B-8579-4E2D-A2A2-D6DFCD6A05A7}"/>
    <dgm:cxn modelId="{7B35EE9C-7E0B-4EAC-B62C-0FF0EA0C2045}" type="presOf" srcId="{A358B9CF-DB03-4973-8BA9-D34161DAEC03}" destId="{3372D240-3B1D-4E22-BF3D-61055E0D1A45}" srcOrd="0" destOrd="0" presId="urn:microsoft.com/office/officeart/2005/8/layout/process1"/>
    <dgm:cxn modelId="{6B9764A4-E8CA-4EBD-A6DF-68404D3AE525}" srcId="{576246AE-7729-4AD3-BE87-8ACC6DC21D28}" destId="{EF9A1116-A0AE-4D31-9910-1F7CF4E99130}" srcOrd="0" destOrd="0" parTransId="{E0EF789F-A5EB-49B4-987F-5842ED71BCE0}" sibTransId="{0533AABE-CE81-45BF-8336-6C05D9A4A86B}"/>
    <dgm:cxn modelId="{9218D8AA-EE4B-4A5F-9836-F909FF4484ED}" type="presOf" srcId="{DC409145-4EA7-4F70-A46F-CB820F404E93}" destId="{C99CCF89-2B73-4C74-BCEE-FC8344AA8690}" srcOrd="0" destOrd="0" presId="urn:microsoft.com/office/officeart/2005/8/layout/process1"/>
    <dgm:cxn modelId="{A874F1AD-0CA8-474B-AD14-C789FD161812}" type="presOf" srcId="{0533AABE-CE81-45BF-8336-6C05D9A4A86B}" destId="{D4C5781C-D735-4D5D-B133-07F1AF1A2670}" srcOrd="1" destOrd="0" presId="urn:microsoft.com/office/officeart/2005/8/layout/process1"/>
    <dgm:cxn modelId="{9AF466BA-F3AB-4A31-9488-F311454D33FC}" srcId="{576246AE-7729-4AD3-BE87-8ACC6DC21D28}" destId="{32A8F01B-6B08-4903-BBC2-3B5D348187EB}" srcOrd="2" destOrd="0" parTransId="{FC43E503-7113-4579-9277-1E7060E5D605}" sibTransId="{A37605E2-9CAC-4257-B3CF-67F23EE350CE}"/>
    <dgm:cxn modelId="{FA1087CF-D345-4ED2-B4D1-2B46F04F48B5}" srcId="{576246AE-7729-4AD3-BE87-8ACC6DC21D28}" destId="{0AF402B5-7492-4DDF-961F-E10DEF601F3F}" srcOrd="1" destOrd="0" parTransId="{C6853197-A36C-479E-8F5A-F8DE6FDA5B70}" sibTransId="{DC409145-4EA7-4F70-A46F-CB820F404E93}"/>
    <dgm:cxn modelId="{159FF2FF-3371-4A29-BF6D-FA409E320A09}" type="presOf" srcId="{576246AE-7729-4AD3-BE87-8ACC6DC21D28}" destId="{F82BFC55-E3EC-4C26-8F54-AB96D02E68FA}" srcOrd="0" destOrd="0" presId="urn:microsoft.com/office/officeart/2005/8/layout/process1"/>
    <dgm:cxn modelId="{D788BA0F-CF2F-4053-850A-EF3CA047B809}" type="presParOf" srcId="{F82BFC55-E3EC-4C26-8F54-AB96D02E68FA}" destId="{625F9704-3930-44F7-928D-4DBC38722F9E}" srcOrd="0" destOrd="0" presId="urn:microsoft.com/office/officeart/2005/8/layout/process1"/>
    <dgm:cxn modelId="{7B67B930-EC0D-4CFF-ADDC-5C7B7D2AD77A}" type="presParOf" srcId="{F82BFC55-E3EC-4C26-8F54-AB96D02E68FA}" destId="{A80D544A-FB3A-4816-A546-94052333F686}" srcOrd="1" destOrd="0" presId="urn:microsoft.com/office/officeart/2005/8/layout/process1"/>
    <dgm:cxn modelId="{7503C2EE-1BF7-4500-A6CB-6D12CDFC5863}" type="presParOf" srcId="{A80D544A-FB3A-4816-A546-94052333F686}" destId="{D4C5781C-D735-4D5D-B133-07F1AF1A2670}" srcOrd="0" destOrd="0" presId="urn:microsoft.com/office/officeart/2005/8/layout/process1"/>
    <dgm:cxn modelId="{4D86E93F-8E35-4497-B911-C77FBFAC7922}" type="presParOf" srcId="{F82BFC55-E3EC-4C26-8F54-AB96D02E68FA}" destId="{2061DC4F-A1B5-4C77-9DB6-8CAB11B6911F}" srcOrd="2" destOrd="0" presId="urn:microsoft.com/office/officeart/2005/8/layout/process1"/>
    <dgm:cxn modelId="{937523EC-9901-4777-9AA4-7B7CDB8CC1C2}" type="presParOf" srcId="{F82BFC55-E3EC-4C26-8F54-AB96D02E68FA}" destId="{C99CCF89-2B73-4C74-BCEE-FC8344AA8690}" srcOrd="3" destOrd="0" presId="urn:microsoft.com/office/officeart/2005/8/layout/process1"/>
    <dgm:cxn modelId="{B2F00B07-2A63-4B0F-AF3A-B0B0D46CDF21}" type="presParOf" srcId="{C99CCF89-2B73-4C74-BCEE-FC8344AA8690}" destId="{063D0F7C-3915-4B88-A17F-4DA8CA8D49B5}" srcOrd="0" destOrd="0" presId="urn:microsoft.com/office/officeart/2005/8/layout/process1"/>
    <dgm:cxn modelId="{A2934AC7-DF04-435E-B4FC-C0F15AD1972E}" type="presParOf" srcId="{F82BFC55-E3EC-4C26-8F54-AB96D02E68FA}" destId="{103CFD20-5CD2-4386-B2B5-6712B66C7FCC}" srcOrd="4" destOrd="0" presId="urn:microsoft.com/office/officeart/2005/8/layout/process1"/>
    <dgm:cxn modelId="{AEB8B073-C370-4A1B-84A4-7927AC5FA884}" type="presParOf" srcId="{F82BFC55-E3EC-4C26-8F54-AB96D02E68FA}" destId="{D61DF455-1739-4888-B7FC-C672E70116AF}" srcOrd="5" destOrd="0" presId="urn:microsoft.com/office/officeart/2005/8/layout/process1"/>
    <dgm:cxn modelId="{85E41E0A-07D7-47F1-9599-DC2BD3CCD948}" type="presParOf" srcId="{D61DF455-1739-4888-B7FC-C672E70116AF}" destId="{8B10360A-A27D-4165-BF75-ED011B9D741A}" srcOrd="0" destOrd="0" presId="urn:microsoft.com/office/officeart/2005/8/layout/process1"/>
    <dgm:cxn modelId="{F46CE6ED-62AD-489B-B0D8-5DD04C9175F1}" type="presParOf" srcId="{F82BFC55-E3EC-4C26-8F54-AB96D02E68FA}" destId="{3372D240-3B1D-4E22-BF3D-61055E0D1A45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CE949F-B620-4412-A4FA-DC77BE3665C6}" type="doc">
      <dgm:prSet loTypeId="urn:microsoft.com/office/officeart/2005/8/layout/process1" loCatId="process" qsTypeId="urn:microsoft.com/office/officeart/2005/8/quickstyle/simple1#1" qsCatId="simple" csTypeId="urn:microsoft.com/office/officeart/2005/8/colors/accent1_1#1" csCatId="accent1" phldr="1"/>
      <dgm:spPr/>
    </dgm:pt>
    <dgm:pt modelId="{D53B00E8-9102-4FE4-ABC2-B059F1E04566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Intake</a:t>
          </a:r>
        </a:p>
      </dgm:t>
    </dgm:pt>
    <dgm:pt modelId="{D1D9AB06-5D11-4A07-92BC-D97385C746F9}" type="parTrans" cxnId="{272163D0-41D2-4E20-AD09-DB674EABBD34}">
      <dgm:prSet/>
      <dgm:spPr/>
      <dgm:t>
        <a:bodyPr/>
        <a:lstStyle/>
        <a:p>
          <a:endParaRPr lang="en-IN"/>
        </a:p>
      </dgm:t>
    </dgm:pt>
    <dgm:pt modelId="{F9B29A95-0423-4F69-96FD-98367546A92C}" type="sibTrans" cxnId="{272163D0-41D2-4E20-AD09-DB674EABBD34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F523A1BA-2796-42C5-BB6B-6C315825B132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Extract</a:t>
          </a:r>
        </a:p>
      </dgm:t>
    </dgm:pt>
    <dgm:pt modelId="{FF5D01A0-FE75-4954-9639-DE747CB94030}" type="parTrans" cxnId="{FC598C6B-F23B-4A3A-91F7-7C0FCF158AAD}">
      <dgm:prSet/>
      <dgm:spPr/>
      <dgm:t>
        <a:bodyPr/>
        <a:lstStyle/>
        <a:p>
          <a:endParaRPr lang="en-IN"/>
        </a:p>
      </dgm:t>
    </dgm:pt>
    <dgm:pt modelId="{96AD02EF-0DC1-442F-94B6-2489EC420AF9}" type="sibTrans" cxnId="{FC598C6B-F23B-4A3A-91F7-7C0FCF158AAD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04E491B7-4FF1-44BA-9E25-F879FD98B2F0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Retrieve</a:t>
          </a:r>
        </a:p>
      </dgm:t>
    </dgm:pt>
    <dgm:pt modelId="{079DF316-7343-4343-9943-E3512E50867E}" type="parTrans" cxnId="{640E6833-748D-4330-B7AD-85E6DC0E084A}">
      <dgm:prSet/>
      <dgm:spPr/>
      <dgm:t>
        <a:bodyPr/>
        <a:lstStyle/>
        <a:p>
          <a:endParaRPr lang="en-IN"/>
        </a:p>
      </dgm:t>
    </dgm:pt>
    <dgm:pt modelId="{0127695B-B6FB-46FE-AF33-4648CA218DC3}" type="sibTrans" cxnId="{640E6833-748D-4330-B7AD-85E6DC0E084A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4955BF7D-C5C5-405F-A9CF-DE580E5CE7C5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Assess</a:t>
          </a:r>
        </a:p>
      </dgm:t>
    </dgm:pt>
    <dgm:pt modelId="{6C503DE5-5C40-4459-A6F5-717FB0B4BD91}" type="parTrans" cxnId="{F0FEF448-FB8A-4B0F-B148-D824909FECF5}">
      <dgm:prSet/>
      <dgm:spPr/>
      <dgm:t>
        <a:bodyPr/>
        <a:lstStyle/>
        <a:p>
          <a:endParaRPr lang="en-IN"/>
        </a:p>
      </dgm:t>
    </dgm:pt>
    <dgm:pt modelId="{3009E545-4E39-427E-B015-43215FAF750A}" type="sibTrans" cxnId="{F0FEF448-FB8A-4B0F-B148-D824909FECF5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C0D67607-C916-4F4A-B54F-06A251804C08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Review</a:t>
          </a:r>
        </a:p>
      </dgm:t>
    </dgm:pt>
    <dgm:pt modelId="{EEAC8F88-AC56-407D-A754-5371B578EBEA}" type="parTrans" cxnId="{18FBB2D0-2C5D-4F0B-BD64-389B1E9A3045}">
      <dgm:prSet/>
      <dgm:spPr/>
      <dgm:t>
        <a:bodyPr/>
        <a:lstStyle/>
        <a:p>
          <a:endParaRPr lang="en-IN"/>
        </a:p>
      </dgm:t>
    </dgm:pt>
    <dgm:pt modelId="{597307D9-91F9-47CC-A2C0-9A82EEC7CA17}" type="sibTrans" cxnId="{18FBB2D0-2C5D-4F0B-BD64-389B1E9A3045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1C76438F-DD9F-4E4B-9B87-A8C601E86401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Report</a:t>
          </a:r>
        </a:p>
      </dgm:t>
    </dgm:pt>
    <dgm:pt modelId="{CF8567FB-5FFE-4473-91C3-F9E770421157}" type="parTrans" cxnId="{E6991278-AB36-4580-838A-2C96D3C523AC}">
      <dgm:prSet/>
      <dgm:spPr/>
      <dgm:t>
        <a:bodyPr/>
        <a:lstStyle/>
        <a:p>
          <a:endParaRPr lang="en-IN"/>
        </a:p>
      </dgm:t>
    </dgm:pt>
    <dgm:pt modelId="{24B3B03B-5142-46AF-B4BD-4898AD6AEF08}" type="sibTrans" cxnId="{E6991278-AB36-4580-838A-2C96D3C523AC}">
      <dgm:prSet/>
      <dgm:spPr/>
      <dgm:t>
        <a:bodyPr/>
        <a:lstStyle/>
        <a:p>
          <a:endParaRPr lang="en-IN"/>
        </a:p>
      </dgm:t>
    </dgm:pt>
    <dgm:pt modelId="{80CDF002-BBE4-4704-88F9-707D3A483326}" type="pres">
      <dgm:prSet presAssocID="{A3CE949F-B620-4412-A4FA-DC77BE3665C6}" presName="Name0" presStyleCnt="0">
        <dgm:presLayoutVars>
          <dgm:dir/>
          <dgm:resizeHandles val="exact"/>
        </dgm:presLayoutVars>
      </dgm:prSet>
      <dgm:spPr/>
    </dgm:pt>
    <dgm:pt modelId="{CD26C582-0362-43E7-B30F-B27EA509B002}" type="pres">
      <dgm:prSet presAssocID="{D53B00E8-9102-4FE4-ABC2-B059F1E04566}" presName="node" presStyleLbl="node1" presStyleIdx="0" presStyleCnt="6">
        <dgm:presLayoutVars>
          <dgm:bulletEnabled val="1"/>
        </dgm:presLayoutVars>
      </dgm:prSet>
      <dgm:spPr/>
    </dgm:pt>
    <dgm:pt modelId="{30C73709-52B4-416D-BE86-18E5C450DDC8}" type="pres">
      <dgm:prSet presAssocID="{F9B29A95-0423-4F69-96FD-98367546A92C}" presName="sibTrans" presStyleLbl="sibTrans2D1" presStyleIdx="0" presStyleCnt="5"/>
      <dgm:spPr/>
    </dgm:pt>
    <dgm:pt modelId="{1392045D-E6C0-495E-9255-B05AC7303CB9}" type="pres">
      <dgm:prSet presAssocID="{F9B29A95-0423-4F69-96FD-98367546A92C}" presName="connectorText" presStyleLbl="sibTrans2D1" presStyleIdx="0" presStyleCnt="5"/>
      <dgm:spPr/>
    </dgm:pt>
    <dgm:pt modelId="{B525C074-D843-486C-98DF-0D6919525974}" type="pres">
      <dgm:prSet presAssocID="{F523A1BA-2796-42C5-BB6B-6C315825B132}" presName="node" presStyleLbl="node1" presStyleIdx="1" presStyleCnt="6">
        <dgm:presLayoutVars>
          <dgm:bulletEnabled val="1"/>
        </dgm:presLayoutVars>
      </dgm:prSet>
      <dgm:spPr/>
    </dgm:pt>
    <dgm:pt modelId="{7D31CBF8-1D2D-4D17-B60B-DEF3135E3095}" type="pres">
      <dgm:prSet presAssocID="{96AD02EF-0DC1-442F-94B6-2489EC420AF9}" presName="sibTrans" presStyleLbl="sibTrans2D1" presStyleIdx="1" presStyleCnt="5"/>
      <dgm:spPr/>
    </dgm:pt>
    <dgm:pt modelId="{EDDC1FCF-5308-4197-87FC-8F761D78E197}" type="pres">
      <dgm:prSet presAssocID="{96AD02EF-0DC1-442F-94B6-2489EC420AF9}" presName="connectorText" presStyleLbl="sibTrans2D1" presStyleIdx="1" presStyleCnt="5"/>
      <dgm:spPr/>
    </dgm:pt>
    <dgm:pt modelId="{0105C7C6-4EEB-46C8-B985-D7876CE41B62}" type="pres">
      <dgm:prSet presAssocID="{04E491B7-4FF1-44BA-9E25-F879FD98B2F0}" presName="node" presStyleLbl="node1" presStyleIdx="2" presStyleCnt="6">
        <dgm:presLayoutVars>
          <dgm:bulletEnabled val="1"/>
        </dgm:presLayoutVars>
      </dgm:prSet>
      <dgm:spPr/>
    </dgm:pt>
    <dgm:pt modelId="{571061D9-AF08-4776-82DE-DA65EA1808DB}" type="pres">
      <dgm:prSet presAssocID="{0127695B-B6FB-46FE-AF33-4648CA218DC3}" presName="sibTrans" presStyleLbl="sibTrans2D1" presStyleIdx="2" presStyleCnt="5"/>
      <dgm:spPr/>
    </dgm:pt>
    <dgm:pt modelId="{EAFEC638-C751-48CA-A56B-FA8E55B10BD2}" type="pres">
      <dgm:prSet presAssocID="{0127695B-B6FB-46FE-AF33-4648CA218DC3}" presName="connectorText" presStyleLbl="sibTrans2D1" presStyleIdx="2" presStyleCnt="5"/>
      <dgm:spPr/>
    </dgm:pt>
    <dgm:pt modelId="{BC015356-BAB0-4875-BA4D-B92FCF541112}" type="pres">
      <dgm:prSet presAssocID="{4955BF7D-C5C5-405F-A9CF-DE580E5CE7C5}" presName="node" presStyleLbl="node1" presStyleIdx="3" presStyleCnt="6">
        <dgm:presLayoutVars>
          <dgm:bulletEnabled val="1"/>
        </dgm:presLayoutVars>
      </dgm:prSet>
      <dgm:spPr/>
    </dgm:pt>
    <dgm:pt modelId="{D3D91972-E20F-4FD1-9951-66504E187BA1}" type="pres">
      <dgm:prSet presAssocID="{3009E545-4E39-427E-B015-43215FAF750A}" presName="sibTrans" presStyleLbl="sibTrans2D1" presStyleIdx="3" presStyleCnt="5"/>
      <dgm:spPr/>
    </dgm:pt>
    <dgm:pt modelId="{FDEA5AFD-7C22-413F-AB42-081EC1A7ABE3}" type="pres">
      <dgm:prSet presAssocID="{3009E545-4E39-427E-B015-43215FAF750A}" presName="connectorText" presStyleLbl="sibTrans2D1" presStyleIdx="3" presStyleCnt="5"/>
      <dgm:spPr/>
    </dgm:pt>
    <dgm:pt modelId="{47076E99-36A0-4534-9101-CBDE6129ED5E}" type="pres">
      <dgm:prSet presAssocID="{C0D67607-C916-4F4A-B54F-06A251804C08}" presName="node" presStyleLbl="node1" presStyleIdx="4" presStyleCnt="6">
        <dgm:presLayoutVars>
          <dgm:bulletEnabled val="1"/>
        </dgm:presLayoutVars>
      </dgm:prSet>
      <dgm:spPr/>
    </dgm:pt>
    <dgm:pt modelId="{96FF835D-0285-4B6E-B0E1-E1FBE12417AF}" type="pres">
      <dgm:prSet presAssocID="{597307D9-91F9-47CC-A2C0-9A82EEC7CA17}" presName="sibTrans" presStyleLbl="sibTrans2D1" presStyleIdx="4" presStyleCnt="5"/>
      <dgm:spPr/>
    </dgm:pt>
    <dgm:pt modelId="{2804C76F-63B2-479B-A76E-2BA99540DD87}" type="pres">
      <dgm:prSet presAssocID="{597307D9-91F9-47CC-A2C0-9A82EEC7CA17}" presName="connectorText" presStyleLbl="sibTrans2D1" presStyleIdx="4" presStyleCnt="5"/>
      <dgm:spPr/>
    </dgm:pt>
    <dgm:pt modelId="{7A7519D6-1E45-455A-8E0A-5098FB71A6FE}" type="pres">
      <dgm:prSet presAssocID="{1C76438F-DD9F-4E4B-9B87-A8C601E86401}" presName="node" presStyleLbl="node1" presStyleIdx="5" presStyleCnt="6">
        <dgm:presLayoutVars>
          <dgm:bulletEnabled val="1"/>
        </dgm:presLayoutVars>
      </dgm:prSet>
      <dgm:spPr/>
    </dgm:pt>
  </dgm:ptLst>
  <dgm:cxnLst>
    <dgm:cxn modelId="{DB2D671B-A964-4F67-8EB5-4B877F3CAD8F}" type="presOf" srcId="{0127695B-B6FB-46FE-AF33-4648CA218DC3}" destId="{EAFEC638-C751-48CA-A56B-FA8E55B10BD2}" srcOrd="1" destOrd="0" presId="urn:microsoft.com/office/officeart/2005/8/layout/process1"/>
    <dgm:cxn modelId="{640E6833-748D-4330-B7AD-85E6DC0E084A}" srcId="{A3CE949F-B620-4412-A4FA-DC77BE3665C6}" destId="{04E491B7-4FF1-44BA-9E25-F879FD98B2F0}" srcOrd="2" destOrd="0" parTransId="{079DF316-7343-4343-9943-E3512E50867E}" sibTransId="{0127695B-B6FB-46FE-AF33-4648CA218DC3}"/>
    <dgm:cxn modelId="{F0FEF448-FB8A-4B0F-B148-D824909FECF5}" srcId="{A3CE949F-B620-4412-A4FA-DC77BE3665C6}" destId="{4955BF7D-C5C5-405F-A9CF-DE580E5CE7C5}" srcOrd="3" destOrd="0" parTransId="{6C503DE5-5C40-4459-A6F5-717FB0B4BD91}" sibTransId="{3009E545-4E39-427E-B015-43215FAF750A}"/>
    <dgm:cxn modelId="{FC598C6B-F23B-4A3A-91F7-7C0FCF158AAD}" srcId="{A3CE949F-B620-4412-A4FA-DC77BE3665C6}" destId="{F523A1BA-2796-42C5-BB6B-6C315825B132}" srcOrd="1" destOrd="0" parTransId="{FF5D01A0-FE75-4954-9639-DE747CB94030}" sibTransId="{96AD02EF-0DC1-442F-94B6-2489EC420AF9}"/>
    <dgm:cxn modelId="{835B5556-601D-454C-A717-07C108807AB4}" type="presOf" srcId="{4955BF7D-C5C5-405F-A9CF-DE580E5CE7C5}" destId="{BC015356-BAB0-4875-BA4D-B92FCF541112}" srcOrd="0" destOrd="0" presId="urn:microsoft.com/office/officeart/2005/8/layout/process1"/>
    <dgm:cxn modelId="{E6991278-AB36-4580-838A-2C96D3C523AC}" srcId="{A3CE949F-B620-4412-A4FA-DC77BE3665C6}" destId="{1C76438F-DD9F-4E4B-9B87-A8C601E86401}" srcOrd="5" destOrd="0" parTransId="{CF8567FB-5FFE-4473-91C3-F9E770421157}" sibTransId="{24B3B03B-5142-46AF-B4BD-4898AD6AEF08}"/>
    <dgm:cxn modelId="{9A8E2280-6F95-4D1B-8A37-94C601647F27}" type="presOf" srcId="{1C76438F-DD9F-4E4B-9B87-A8C601E86401}" destId="{7A7519D6-1E45-455A-8E0A-5098FB71A6FE}" srcOrd="0" destOrd="0" presId="urn:microsoft.com/office/officeart/2005/8/layout/process1"/>
    <dgm:cxn modelId="{5ACDA18B-F62B-4708-BFB4-26F2A6849A3D}" type="presOf" srcId="{F523A1BA-2796-42C5-BB6B-6C315825B132}" destId="{B525C074-D843-486C-98DF-0D6919525974}" srcOrd="0" destOrd="0" presId="urn:microsoft.com/office/officeart/2005/8/layout/process1"/>
    <dgm:cxn modelId="{930BD392-00F6-4569-8014-4978475E1EB7}" type="presOf" srcId="{3009E545-4E39-427E-B015-43215FAF750A}" destId="{D3D91972-E20F-4FD1-9951-66504E187BA1}" srcOrd="0" destOrd="0" presId="urn:microsoft.com/office/officeart/2005/8/layout/process1"/>
    <dgm:cxn modelId="{96466F9F-6F42-4BAF-81FC-2146C7951BC9}" type="presOf" srcId="{F9B29A95-0423-4F69-96FD-98367546A92C}" destId="{30C73709-52B4-416D-BE86-18E5C450DDC8}" srcOrd="0" destOrd="0" presId="urn:microsoft.com/office/officeart/2005/8/layout/process1"/>
    <dgm:cxn modelId="{7FB6C1A1-2A87-44E0-9204-F46930E64C0B}" type="presOf" srcId="{D53B00E8-9102-4FE4-ABC2-B059F1E04566}" destId="{CD26C582-0362-43E7-B30F-B27EA509B002}" srcOrd="0" destOrd="0" presId="urn:microsoft.com/office/officeart/2005/8/layout/process1"/>
    <dgm:cxn modelId="{AC3FD5A8-7A43-428A-971E-1F0B10F5A092}" type="presOf" srcId="{0127695B-B6FB-46FE-AF33-4648CA218DC3}" destId="{571061D9-AF08-4776-82DE-DA65EA1808DB}" srcOrd="0" destOrd="0" presId="urn:microsoft.com/office/officeart/2005/8/layout/process1"/>
    <dgm:cxn modelId="{0986E5B3-D7DA-422F-B834-514D34CA9750}" type="presOf" srcId="{A3CE949F-B620-4412-A4FA-DC77BE3665C6}" destId="{80CDF002-BBE4-4704-88F9-707D3A483326}" srcOrd="0" destOrd="0" presId="urn:microsoft.com/office/officeart/2005/8/layout/process1"/>
    <dgm:cxn modelId="{6F0E61B7-0DCC-49FC-8429-6EDE57779C65}" type="presOf" srcId="{C0D67607-C916-4F4A-B54F-06A251804C08}" destId="{47076E99-36A0-4534-9101-CBDE6129ED5E}" srcOrd="0" destOrd="0" presId="urn:microsoft.com/office/officeart/2005/8/layout/process1"/>
    <dgm:cxn modelId="{4DF7F1CB-805A-4001-BB34-5E942DACF21E}" type="presOf" srcId="{F9B29A95-0423-4F69-96FD-98367546A92C}" destId="{1392045D-E6C0-495E-9255-B05AC7303CB9}" srcOrd="1" destOrd="0" presId="urn:microsoft.com/office/officeart/2005/8/layout/process1"/>
    <dgm:cxn modelId="{272163D0-41D2-4E20-AD09-DB674EABBD34}" srcId="{A3CE949F-B620-4412-A4FA-DC77BE3665C6}" destId="{D53B00E8-9102-4FE4-ABC2-B059F1E04566}" srcOrd="0" destOrd="0" parTransId="{D1D9AB06-5D11-4A07-92BC-D97385C746F9}" sibTransId="{F9B29A95-0423-4F69-96FD-98367546A92C}"/>
    <dgm:cxn modelId="{18FBB2D0-2C5D-4F0B-BD64-389B1E9A3045}" srcId="{A3CE949F-B620-4412-A4FA-DC77BE3665C6}" destId="{C0D67607-C916-4F4A-B54F-06A251804C08}" srcOrd="4" destOrd="0" parTransId="{EEAC8F88-AC56-407D-A754-5371B578EBEA}" sibTransId="{597307D9-91F9-47CC-A2C0-9A82EEC7CA17}"/>
    <dgm:cxn modelId="{CC6771D5-77E0-40C8-AE15-F42A9FCF770E}" type="presOf" srcId="{96AD02EF-0DC1-442F-94B6-2489EC420AF9}" destId="{EDDC1FCF-5308-4197-87FC-8F761D78E197}" srcOrd="1" destOrd="0" presId="urn:microsoft.com/office/officeart/2005/8/layout/process1"/>
    <dgm:cxn modelId="{EA495DE5-463E-4692-BD9E-38EF52C189A9}" type="presOf" srcId="{597307D9-91F9-47CC-A2C0-9A82EEC7CA17}" destId="{2804C76F-63B2-479B-A76E-2BA99540DD87}" srcOrd="1" destOrd="0" presId="urn:microsoft.com/office/officeart/2005/8/layout/process1"/>
    <dgm:cxn modelId="{20BF40F2-56D3-4A2C-A0A1-D7305F9128C0}" type="presOf" srcId="{597307D9-91F9-47CC-A2C0-9A82EEC7CA17}" destId="{96FF835D-0285-4B6E-B0E1-E1FBE12417AF}" srcOrd="0" destOrd="0" presId="urn:microsoft.com/office/officeart/2005/8/layout/process1"/>
    <dgm:cxn modelId="{394870FB-5822-4177-821B-624337E3DA7E}" type="presOf" srcId="{96AD02EF-0DC1-442F-94B6-2489EC420AF9}" destId="{7D31CBF8-1D2D-4D17-B60B-DEF3135E3095}" srcOrd="0" destOrd="0" presId="urn:microsoft.com/office/officeart/2005/8/layout/process1"/>
    <dgm:cxn modelId="{2ECA57FD-EF0F-4BAE-B416-7C439B4B98CD}" type="presOf" srcId="{3009E545-4E39-427E-B015-43215FAF750A}" destId="{FDEA5AFD-7C22-413F-AB42-081EC1A7ABE3}" srcOrd="1" destOrd="0" presId="urn:microsoft.com/office/officeart/2005/8/layout/process1"/>
    <dgm:cxn modelId="{43F72FFF-A61E-42E6-B8DD-7A8738DEA2B3}" type="presOf" srcId="{04E491B7-4FF1-44BA-9E25-F879FD98B2F0}" destId="{0105C7C6-4EEB-46C8-B985-D7876CE41B62}" srcOrd="0" destOrd="0" presId="urn:microsoft.com/office/officeart/2005/8/layout/process1"/>
    <dgm:cxn modelId="{4EB8309C-8E65-4236-93A2-30617D5338C0}" type="presParOf" srcId="{80CDF002-BBE4-4704-88F9-707D3A483326}" destId="{CD26C582-0362-43E7-B30F-B27EA509B002}" srcOrd="0" destOrd="0" presId="urn:microsoft.com/office/officeart/2005/8/layout/process1"/>
    <dgm:cxn modelId="{D67C7C46-86AC-4F3F-9C7C-46FE8A9E72F6}" type="presParOf" srcId="{80CDF002-BBE4-4704-88F9-707D3A483326}" destId="{30C73709-52B4-416D-BE86-18E5C450DDC8}" srcOrd="1" destOrd="0" presId="urn:microsoft.com/office/officeart/2005/8/layout/process1"/>
    <dgm:cxn modelId="{1E918AD0-CA81-4101-9CE1-1192D3E2D324}" type="presParOf" srcId="{30C73709-52B4-416D-BE86-18E5C450DDC8}" destId="{1392045D-E6C0-495E-9255-B05AC7303CB9}" srcOrd="0" destOrd="0" presId="urn:microsoft.com/office/officeart/2005/8/layout/process1"/>
    <dgm:cxn modelId="{FEEBC690-B705-42F0-8089-6F5A69331AFB}" type="presParOf" srcId="{80CDF002-BBE4-4704-88F9-707D3A483326}" destId="{B525C074-D843-486C-98DF-0D6919525974}" srcOrd="2" destOrd="0" presId="urn:microsoft.com/office/officeart/2005/8/layout/process1"/>
    <dgm:cxn modelId="{11D4489E-F94B-409F-B589-9E854AB82671}" type="presParOf" srcId="{80CDF002-BBE4-4704-88F9-707D3A483326}" destId="{7D31CBF8-1D2D-4D17-B60B-DEF3135E3095}" srcOrd="3" destOrd="0" presId="urn:microsoft.com/office/officeart/2005/8/layout/process1"/>
    <dgm:cxn modelId="{BE879524-F54F-4EFA-A264-D8EA1695CBDA}" type="presParOf" srcId="{7D31CBF8-1D2D-4D17-B60B-DEF3135E3095}" destId="{EDDC1FCF-5308-4197-87FC-8F761D78E197}" srcOrd="0" destOrd="0" presId="urn:microsoft.com/office/officeart/2005/8/layout/process1"/>
    <dgm:cxn modelId="{E7844695-E6C8-45E5-BC23-CEF2FB565C47}" type="presParOf" srcId="{80CDF002-BBE4-4704-88F9-707D3A483326}" destId="{0105C7C6-4EEB-46C8-B985-D7876CE41B62}" srcOrd="4" destOrd="0" presId="urn:microsoft.com/office/officeart/2005/8/layout/process1"/>
    <dgm:cxn modelId="{E91BC405-DA7B-475B-85FA-C61AC371652C}" type="presParOf" srcId="{80CDF002-BBE4-4704-88F9-707D3A483326}" destId="{571061D9-AF08-4776-82DE-DA65EA1808DB}" srcOrd="5" destOrd="0" presId="urn:microsoft.com/office/officeart/2005/8/layout/process1"/>
    <dgm:cxn modelId="{7485BF5E-8E44-4EEF-B3AA-8731177E5CEB}" type="presParOf" srcId="{571061D9-AF08-4776-82DE-DA65EA1808DB}" destId="{EAFEC638-C751-48CA-A56B-FA8E55B10BD2}" srcOrd="0" destOrd="0" presId="urn:microsoft.com/office/officeart/2005/8/layout/process1"/>
    <dgm:cxn modelId="{A8338964-226F-4BF2-A8D7-9F5B9C15B8F5}" type="presParOf" srcId="{80CDF002-BBE4-4704-88F9-707D3A483326}" destId="{BC015356-BAB0-4875-BA4D-B92FCF541112}" srcOrd="6" destOrd="0" presId="urn:microsoft.com/office/officeart/2005/8/layout/process1"/>
    <dgm:cxn modelId="{E2593707-13FB-4958-81E4-3DF0D891C280}" type="presParOf" srcId="{80CDF002-BBE4-4704-88F9-707D3A483326}" destId="{D3D91972-E20F-4FD1-9951-66504E187BA1}" srcOrd="7" destOrd="0" presId="urn:microsoft.com/office/officeart/2005/8/layout/process1"/>
    <dgm:cxn modelId="{4AB7A327-40DC-4AA1-AB0D-061D79C0C93F}" type="presParOf" srcId="{D3D91972-E20F-4FD1-9951-66504E187BA1}" destId="{FDEA5AFD-7C22-413F-AB42-081EC1A7ABE3}" srcOrd="0" destOrd="0" presId="urn:microsoft.com/office/officeart/2005/8/layout/process1"/>
    <dgm:cxn modelId="{EAB520DE-B79F-4600-912E-7CD66E817BD6}" type="presParOf" srcId="{80CDF002-BBE4-4704-88F9-707D3A483326}" destId="{47076E99-36A0-4534-9101-CBDE6129ED5E}" srcOrd="8" destOrd="0" presId="urn:microsoft.com/office/officeart/2005/8/layout/process1"/>
    <dgm:cxn modelId="{82CAD696-A37D-4774-8496-3DEBF30D9772}" type="presParOf" srcId="{80CDF002-BBE4-4704-88F9-707D3A483326}" destId="{96FF835D-0285-4B6E-B0E1-E1FBE12417AF}" srcOrd="9" destOrd="0" presId="urn:microsoft.com/office/officeart/2005/8/layout/process1"/>
    <dgm:cxn modelId="{8D45AD55-E21E-416A-B8A9-7863C37E9FCE}" type="presParOf" srcId="{96FF835D-0285-4B6E-B0E1-E1FBE12417AF}" destId="{2804C76F-63B2-479B-A76E-2BA99540DD87}" srcOrd="0" destOrd="0" presId="urn:microsoft.com/office/officeart/2005/8/layout/process1"/>
    <dgm:cxn modelId="{F1BFC92A-C638-4AD6-83BE-DB56F9EE1C95}" type="presParOf" srcId="{80CDF002-BBE4-4704-88F9-707D3A483326}" destId="{7A7519D6-1E45-455A-8E0A-5098FB71A6F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F338B4-F16B-4EC0-BAA5-CC90D7A5FDE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9E425EC-65FB-4783-8053-0343D3017829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Incomplete Narrative</a:t>
          </a:r>
        </a:p>
      </dgm:t>
    </dgm:pt>
    <dgm:pt modelId="{9416792E-B0BD-4012-BAC4-752F8B5A1B8A}" type="parTrans" cxnId="{F420DDEE-F614-49B7-AEED-AB37BE497EE0}">
      <dgm:prSet/>
      <dgm:spPr/>
      <dgm:t>
        <a:bodyPr/>
        <a:lstStyle/>
        <a:p>
          <a:endParaRPr lang="en-IN"/>
        </a:p>
      </dgm:t>
    </dgm:pt>
    <dgm:pt modelId="{1EA8803A-A8EE-4DBB-8745-7B01A00E4DA9}" type="sibTrans" cxnId="{F420DDEE-F614-49B7-AEED-AB37BE497EE0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CC256E23-53B1-49A9-981B-9A92545AAA58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Manual Evidence Search</a:t>
          </a:r>
        </a:p>
      </dgm:t>
    </dgm:pt>
    <dgm:pt modelId="{085B9917-83C6-400E-A84F-2C5381FB212C}" type="parTrans" cxnId="{37D588C0-8726-4FAE-BF24-4C9087A71656}">
      <dgm:prSet/>
      <dgm:spPr/>
      <dgm:t>
        <a:bodyPr/>
        <a:lstStyle/>
        <a:p>
          <a:endParaRPr lang="en-IN"/>
        </a:p>
      </dgm:t>
    </dgm:pt>
    <dgm:pt modelId="{2047404F-EBF5-4DC1-A571-7209CBCC988A}" type="sibTrans" cxnId="{37D588C0-8726-4FAE-BF24-4C9087A71656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7301072E-A918-4FD3-8CFF-8086F0AB1BEC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Unclear Failure Patterns</a:t>
          </a:r>
        </a:p>
      </dgm:t>
    </dgm:pt>
    <dgm:pt modelId="{A653F2C7-C756-4ECA-84EA-65A23C672B55}" type="parTrans" cxnId="{9B6B04EF-9DDE-410C-8971-9E6A515ACCCE}">
      <dgm:prSet/>
      <dgm:spPr/>
      <dgm:t>
        <a:bodyPr/>
        <a:lstStyle/>
        <a:p>
          <a:endParaRPr lang="en-IN"/>
        </a:p>
      </dgm:t>
    </dgm:pt>
    <dgm:pt modelId="{CE3C334D-C9AF-4A44-959B-DA2A384A3971}" type="sibTrans" cxnId="{9B6B04EF-9DDE-410C-8971-9E6A515ACCCE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4C3565AC-B193-4284-94C3-AB6345B2F5E7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Delayed Investigation</a:t>
          </a:r>
        </a:p>
      </dgm:t>
    </dgm:pt>
    <dgm:pt modelId="{A0458644-3A00-458F-BBFE-2676EE29601D}" type="parTrans" cxnId="{4E6F04B2-259B-4064-92D3-618036062583}">
      <dgm:prSet/>
      <dgm:spPr/>
      <dgm:t>
        <a:bodyPr/>
        <a:lstStyle/>
        <a:p>
          <a:endParaRPr lang="en-IN"/>
        </a:p>
      </dgm:t>
    </dgm:pt>
    <dgm:pt modelId="{13FB9A72-B6B1-4FAF-B582-5D1A1688DAD8}" type="sibTrans" cxnId="{4E6F04B2-259B-4064-92D3-618036062583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331E3968-1C65-4B77-BAC8-3514941AF197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Limited Evidence Traceability</a:t>
          </a:r>
        </a:p>
      </dgm:t>
    </dgm:pt>
    <dgm:pt modelId="{8061B198-7638-4301-B92A-4407DC53FFE0}" type="parTrans" cxnId="{DE7F2F69-A56D-4725-88DD-B6B2C361DE47}">
      <dgm:prSet/>
      <dgm:spPr/>
      <dgm:t>
        <a:bodyPr/>
        <a:lstStyle/>
        <a:p>
          <a:endParaRPr lang="en-IN"/>
        </a:p>
      </dgm:t>
    </dgm:pt>
    <dgm:pt modelId="{3C740083-CF46-4567-AF24-0105F88B699B}" type="sibTrans" cxnId="{DE7F2F69-A56D-4725-88DD-B6B2C361DE47}">
      <dgm:prSet/>
      <dgm:spPr/>
      <dgm:t>
        <a:bodyPr/>
        <a:lstStyle/>
        <a:p>
          <a:endParaRPr lang="en-IN"/>
        </a:p>
      </dgm:t>
    </dgm:pt>
    <dgm:pt modelId="{6F70103B-B7FA-483A-8834-C7372210BA2F}" type="pres">
      <dgm:prSet presAssocID="{05F338B4-F16B-4EC0-BAA5-CC90D7A5FDEA}" presName="Name0" presStyleCnt="0">
        <dgm:presLayoutVars>
          <dgm:dir/>
          <dgm:resizeHandles val="exact"/>
        </dgm:presLayoutVars>
      </dgm:prSet>
      <dgm:spPr/>
    </dgm:pt>
    <dgm:pt modelId="{D7623CB4-3516-4CCF-87BD-3D4EDA6CEC91}" type="pres">
      <dgm:prSet presAssocID="{E9E425EC-65FB-4783-8053-0343D3017829}" presName="node" presStyleLbl="node1" presStyleIdx="0" presStyleCnt="5">
        <dgm:presLayoutVars>
          <dgm:bulletEnabled val="1"/>
        </dgm:presLayoutVars>
      </dgm:prSet>
      <dgm:spPr/>
    </dgm:pt>
    <dgm:pt modelId="{E6BD4BC8-4096-468B-B970-0E71BF937374}" type="pres">
      <dgm:prSet presAssocID="{1EA8803A-A8EE-4DBB-8745-7B01A00E4DA9}" presName="sibTrans" presStyleLbl="sibTrans2D1" presStyleIdx="0" presStyleCnt="4"/>
      <dgm:spPr/>
    </dgm:pt>
    <dgm:pt modelId="{D8A3D579-522C-4523-AA37-47DE1D164E9D}" type="pres">
      <dgm:prSet presAssocID="{1EA8803A-A8EE-4DBB-8745-7B01A00E4DA9}" presName="connectorText" presStyleLbl="sibTrans2D1" presStyleIdx="0" presStyleCnt="4"/>
      <dgm:spPr/>
    </dgm:pt>
    <dgm:pt modelId="{FCB2933A-2324-46E4-89B9-12EA242A71D6}" type="pres">
      <dgm:prSet presAssocID="{CC256E23-53B1-49A9-981B-9A92545AAA58}" presName="node" presStyleLbl="node1" presStyleIdx="1" presStyleCnt="5">
        <dgm:presLayoutVars>
          <dgm:bulletEnabled val="1"/>
        </dgm:presLayoutVars>
      </dgm:prSet>
      <dgm:spPr/>
    </dgm:pt>
    <dgm:pt modelId="{74F4AE77-13B0-4822-9DDB-DB2181968079}" type="pres">
      <dgm:prSet presAssocID="{2047404F-EBF5-4DC1-A571-7209CBCC988A}" presName="sibTrans" presStyleLbl="sibTrans2D1" presStyleIdx="1" presStyleCnt="4"/>
      <dgm:spPr/>
    </dgm:pt>
    <dgm:pt modelId="{47B90E97-90A6-4587-BF6E-5431828D881F}" type="pres">
      <dgm:prSet presAssocID="{2047404F-EBF5-4DC1-A571-7209CBCC988A}" presName="connectorText" presStyleLbl="sibTrans2D1" presStyleIdx="1" presStyleCnt="4"/>
      <dgm:spPr/>
    </dgm:pt>
    <dgm:pt modelId="{CA30DE41-30B2-4C36-BD65-24ABA63A5ABB}" type="pres">
      <dgm:prSet presAssocID="{7301072E-A918-4FD3-8CFF-8086F0AB1BEC}" presName="node" presStyleLbl="node1" presStyleIdx="2" presStyleCnt="5">
        <dgm:presLayoutVars>
          <dgm:bulletEnabled val="1"/>
        </dgm:presLayoutVars>
      </dgm:prSet>
      <dgm:spPr/>
    </dgm:pt>
    <dgm:pt modelId="{E71DCAE1-C105-4BDA-A44D-1D154C764CB6}" type="pres">
      <dgm:prSet presAssocID="{CE3C334D-C9AF-4A44-959B-DA2A384A3971}" presName="sibTrans" presStyleLbl="sibTrans2D1" presStyleIdx="2" presStyleCnt="4"/>
      <dgm:spPr/>
    </dgm:pt>
    <dgm:pt modelId="{3DEC4A44-64F6-40D2-A74C-CCD18C6E750C}" type="pres">
      <dgm:prSet presAssocID="{CE3C334D-C9AF-4A44-959B-DA2A384A3971}" presName="connectorText" presStyleLbl="sibTrans2D1" presStyleIdx="2" presStyleCnt="4"/>
      <dgm:spPr/>
    </dgm:pt>
    <dgm:pt modelId="{AF943B26-6108-48D3-A874-E7DFD736B9B4}" type="pres">
      <dgm:prSet presAssocID="{4C3565AC-B193-4284-94C3-AB6345B2F5E7}" presName="node" presStyleLbl="node1" presStyleIdx="3" presStyleCnt="5">
        <dgm:presLayoutVars>
          <dgm:bulletEnabled val="1"/>
        </dgm:presLayoutVars>
      </dgm:prSet>
      <dgm:spPr/>
    </dgm:pt>
    <dgm:pt modelId="{88530FDD-857B-4CA0-98F6-04528C3A10F6}" type="pres">
      <dgm:prSet presAssocID="{13FB9A72-B6B1-4FAF-B582-5D1A1688DAD8}" presName="sibTrans" presStyleLbl="sibTrans2D1" presStyleIdx="3" presStyleCnt="4"/>
      <dgm:spPr/>
    </dgm:pt>
    <dgm:pt modelId="{F5DA2BE5-56A6-4B84-8DF0-FA1EB8E0A956}" type="pres">
      <dgm:prSet presAssocID="{13FB9A72-B6B1-4FAF-B582-5D1A1688DAD8}" presName="connectorText" presStyleLbl="sibTrans2D1" presStyleIdx="3" presStyleCnt="4"/>
      <dgm:spPr/>
    </dgm:pt>
    <dgm:pt modelId="{4F79E099-0268-4BCE-ACF8-95D4EC1EFB0A}" type="pres">
      <dgm:prSet presAssocID="{331E3968-1C65-4B77-BAC8-3514941AF197}" presName="node" presStyleLbl="node1" presStyleIdx="4" presStyleCnt="5">
        <dgm:presLayoutVars>
          <dgm:bulletEnabled val="1"/>
        </dgm:presLayoutVars>
      </dgm:prSet>
      <dgm:spPr/>
    </dgm:pt>
  </dgm:ptLst>
  <dgm:cxnLst>
    <dgm:cxn modelId="{BC50F904-C4C7-40F4-82AC-D0FED55C40D5}" type="presOf" srcId="{13FB9A72-B6B1-4FAF-B582-5D1A1688DAD8}" destId="{88530FDD-857B-4CA0-98F6-04528C3A10F6}" srcOrd="0" destOrd="0" presId="urn:microsoft.com/office/officeart/2005/8/layout/process1"/>
    <dgm:cxn modelId="{61CDDF18-456F-4D30-A5CA-6ED9E7EAD36F}" type="presOf" srcId="{CE3C334D-C9AF-4A44-959B-DA2A384A3971}" destId="{E71DCAE1-C105-4BDA-A44D-1D154C764CB6}" srcOrd="0" destOrd="0" presId="urn:microsoft.com/office/officeart/2005/8/layout/process1"/>
    <dgm:cxn modelId="{DE7F2F69-A56D-4725-88DD-B6B2C361DE47}" srcId="{05F338B4-F16B-4EC0-BAA5-CC90D7A5FDEA}" destId="{331E3968-1C65-4B77-BAC8-3514941AF197}" srcOrd="4" destOrd="0" parTransId="{8061B198-7638-4301-B92A-4407DC53FFE0}" sibTransId="{3C740083-CF46-4567-AF24-0105F88B699B}"/>
    <dgm:cxn modelId="{1184296C-9C40-4043-BE0B-A07354F1FDB9}" type="presOf" srcId="{331E3968-1C65-4B77-BAC8-3514941AF197}" destId="{4F79E099-0268-4BCE-ACF8-95D4EC1EFB0A}" srcOrd="0" destOrd="0" presId="urn:microsoft.com/office/officeart/2005/8/layout/process1"/>
    <dgm:cxn modelId="{EBE9B26C-6F9C-45B9-BFE0-4A91053B3470}" type="presOf" srcId="{E9E425EC-65FB-4783-8053-0343D3017829}" destId="{D7623CB4-3516-4CCF-87BD-3D4EDA6CEC91}" srcOrd="0" destOrd="0" presId="urn:microsoft.com/office/officeart/2005/8/layout/process1"/>
    <dgm:cxn modelId="{FE31EA52-C95C-4F1E-BD86-B354A09C307E}" type="presOf" srcId="{13FB9A72-B6B1-4FAF-B582-5D1A1688DAD8}" destId="{F5DA2BE5-56A6-4B84-8DF0-FA1EB8E0A956}" srcOrd="1" destOrd="0" presId="urn:microsoft.com/office/officeart/2005/8/layout/process1"/>
    <dgm:cxn modelId="{55B3F956-A3A9-4A83-BC1A-31220563919F}" type="presOf" srcId="{CC256E23-53B1-49A9-981B-9A92545AAA58}" destId="{FCB2933A-2324-46E4-89B9-12EA242A71D6}" srcOrd="0" destOrd="0" presId="urn:microsoft.com/office/officeart/2005/8/layout/process1"/>
    <dgm:cxn modelId="{07AA467A-71E4-4B77-97A2-A5D381C21335}" type="presOf" srcId="{4C3565AC-B193-4284-94C3-AB6345B2F5E7}" destId="{AF943B26-6108-48D3-A874-E7DFD736B9B4}" srcOrd="0" destOrd="0" presId="urn:microsoft.com/office/officeart/2005/8/layout/process1"/>
    <dgm:cxn modelId="{96475F84-640E-4B1C-94F5-67DE60940F0F}" type="presOf" srcId="{1EA8803A-A8EE-4DBB-8745-7B01A00E4DA9}" destId="{E6BD4BC8-4096-468B-B970-0E71BF937374}" srcOrd="0" destOrd="0" presId="urn:microsoft.com/office/officeart/2005/8/layout/process1"/>
    <dgm:cxn modelId="{35EC7C87-A75E-4121-B572-50862DE0B3AA}" type="presOf" srcId="{7301072E-A918-4FD3-8CFF-8086F0AB1BEC}" destId="{CA30DE41-30B2-4C36-BD65-24ABA63A5ABB}" srcOrd="0" destOrd="0" presId="urn:microsoft.com/office/officeart/2005/8/layout/process1"/>
    <dgm:cxn modelId="{11C6D093-D90B-4930-A589-15675717B02F}" type="presOf" srcId="{2047404F-EBF5-4DC1-A571-7209CBCC988A}" destId="{74F4AE77-13B0-4822-9DDB-DB2181968079}" srcOrd="0" destOrd="0" presId="urn:microsoft.com/office/officeart/2005/8/layout/process1"/>
    <dgm:cxn modelId="{C88BBA96-E0FE-483F-A941-810D8FF379E1}" type="presOf" srcId="{05F338B4-F16B-4EC0-BAA5-CC90D7A5FDEA}" destId="{6F70103B-B7FA-483A-8834-C7372210BA2F}" srcOrd="0" destOrd="0" presId="urn:microsoft.com/office/officeart/2005/8/layout/process1"/>
    <dgm:cxn modelId="{110CDDA1-C9B4-4B10-8CFC-0509CB40E3E8}" type="presOf" srcId="{1EA8803A-A8EE-4DBB-8745-7B01A00E4DA9}" destId="{D8A3D579-522C-4523-AA37-47DE1D164E9D}" srcOrd="1" destOrd="0" presId="urn:microsoft.com/office/officeart/2005/8/layout/process1"/>
    <dgm:cxn modelId="{4E6F04B2-259B-4064-92D3-618036062583}" srcId="{05F338B4-F16B-4EC0-BAA5-CC90D7A5FDEA}" destId="{4C3565AC-B193-4284-94C3-AB6345B2F5E7}" srcOrd="3" destOrd="0" parTransId="{A0458644-3A00-458F-BBFE-2676EE29601D}" sibTransId="{13FB9A72-B6B1-4FAF-B582-5D1A1688DAD8}"/>
    <dgm:cxn modelId="{C0342FBE-30CF-4F90-9ADC-049E7CA6EBE6}" type="presOf" srcId="{CE3C334D-C9AF-4A44-959B-DA2A384A3971}" destId="{3DEC4A44-64F6-40D2-A74C-CCD18C6E750C}" srcOrd="1" destOrd="0" presId="urn:microsoft.com/office/officeart/2005/8/layout/process1"/>
    <dgm:cxn modelId="{37D588C0-8726-4FAE-BF24-4C9087A71656}" srcId="{05F338B4-F16B-4EC0-BAA5-CC90D7A5FDEA}" destId="{CC256E23-53B1-49A9-981B-9A92545AAA58}" srcOrd="1" destOrd="0" parTransId="{085B9917-83C6-400E-A84F-2C5381FB212C}" sibTransId="{2047404F-EBF5-4DC1-A571-7209CBCC988A}"/>
    <dgm:cxn modelId="{DACBE7C8-8603-4D1D-8A60-BB3A6F368FDC}" type="presOf" srcId="{2047404F-EBF5-4DC1-A571-7209CBCC988A}" destId="{47B90E97-90A6-4587-BF6E-5431828D881F}" srcOrd="1" destOrd="0" presId="urn:microsoft.com/office/officeart/2005/8/layout/process1"/>
    <dgm:cxn modelId="{F420DDEE-F614-49B7-AEED-AB37BE497EE0}" srcId="{05F338B4-F16B-4EC0-BAA5-CC90D7A5FDEA}" destId="{E9E425EC-65FB-4783-8053-0343D3017829}" srcOrd="0" destOrd="0" parTransId="{9416792E-B0BD-4012-BAC4-752F8B5A1B8A}" sibTransId="{1EA8803A-A8EE-4DBB-8745-7B01A00E4DA9}"/>
    <dgm:cxn modelId="{9B6B04EF-9DDE-410C-8971-9E6A515ACCCE}" srcId="{05F338B4-F16B-4EC0-BAA5-CC90D7A5FDEA}" destId="{7301072E-A918-4FD3-8CFF-8086F0AB1BEC}" srcOrd="2" destOrd="0" parTransId="{A653F2C7-C756-4ECA-84EA-65A23C672B55}" sibTransId="{CE3C334D-C9AF-4A44-959B-DA2A384A3971}"/>
    <dgm:cxn modelId="{CDC5FC63-03A9-465D-A91D-DDFB037C47A4}" type="presParOf" srcId="{6F70103B-B7FA-483A-8834-C7372210BA2F}" destId="{D7623CB4-3516-4CCF-87BD-3D4EDA6CEC91}" srcOrd="0" destOrd="0" presId="urn:microsoft.com/office/officeart/2005/8/layout/process1"/>
    <dgm:cxn modelId="{7FF3327B-B24F-44B4-A56E-5266F3C0F31E}" type="presParOf" srcId="{6F70103B-B7FA-483A-8834-C7372210BA2F}" destId="{E6BD4BC8-4096-468B-B970-0E71BF937374}" srcOrd="1" destOrd="0" presId="urn:microsoft.com/office/officeart/2005/8/layout/process1"/>
    <dgm:cxn modelId="{0BC3403B-BBAD-45E7-A8F1-054442B598E8}" type="presParOf" srcId="{E6BD4BC8-4096-468B-B970-0E71BF937374}" destId="{D8A3D579-522C-4523-AA37-47DE1D164E9D}" srcOrd="0" destOrd="0" presId="urn:microsoft.com/office/officeart/2005/8/layout/process1"/>
    <dgm:cxn modelId="{055A220E-0FCC-4228-94B1-4D800C3DE397}" type="presParOf" srcId="{6F70103B-B7FA-483A-8834-C7372210BA2F}" destId="{FCB2933A-2324-46E4-89B9-12EA242A71D6}" srcOrd="2" destOrd="0" presId="urn:microsoft.com/office/officeart/2005/8/layout/process1"/>
    <dgm:cxn modelId="{EA45DB9C-C002-4E8E-A22E-36DFB39DFBC6}" type="presParOf" srcId="{6F70103B-B7FA-483A-8834-C7372210BA2F}" destId="{74F4AE77-13B0-4822-9DDB-DB2181968079}" srcOrd="3" destOrd="0" presId="urn:microsoft.com/office/officeart/2005/8/layout/process1"/>
    <dgm:cxn modelId="{01EED69A-A11B-4070-982E-454444250033}" type="presParOf" srcId="{74F4AE77-13B0-4822-9DDB-DB2181968079}" destId="{47B90E97-90A6-4587-BF6E-5431828D881F}" srcOrd="0" destOrd="0" presId="urn:microsoft.com/office/officeart/2005/8/layout/process1"/>
    <dgm:cxn modelId="{9027FA30-5DBD-47D6-B45E-7A9F4AE8C991}" type="presParOf" srcId="{6F70103B-B7FA-483A-8834-C7372210BA2F}" destId="{CA30DE41-30B2-4C36-BD65-24ABA63A5ABB}" srcOrd="4" destOrd="0" presId="urn:microsoft.com/office/officeart/2005/8/layout/process1"/>
    <dgm:cxn modelId="{77F98912-D05B-4F3F-A373-5B0F987AC6DC}" type="presParOf" srcId="{6F70103B-B7FA-483A-8834-C7372210BA2F}" destId="{E71DCAE1-C105-4BDA-A44D-1D154C764CB6}" srcOrd="5" destOrd="0" presId="urn:microsoft.com/office/officeart/2005/8/layout/process1"/>
    <dgm:cxn modelId="{C987D68A-6D17-4517-81C3-CEE278EF9BB0}" type="presParOf" srcId="{E71DCAE1-C105-4BDA-A44D-1D154C764CB6}" destId="{3DEC4A44-64F6-40D2-A74C-CCD18C6E750C}" srcOrd="0" destOrd="0" presId="urn:microsoft.com/office/officeart/2005/8/layout/process1"/>
    <dgm:cxn modelId="{2CCDF275-F1CB-4BEC-A6B1-27A2B90A61E8}" type="presParOf" srcId="{6F70103B-B7FA-483A-8834-C7372210BA2F}" destId="{AF943B26-6108-48D3-A874-E7DFD736B9B4}" srcOrd="6" destOrd="0" presId="urn:microsoft.com/office/officeart/2005/8/layout/process1"/>
    <dgm:cxn modelId="{0E5D53AE-53CC-4410-AAAB-9AE020C41BEC}" type="presParOf" srcId="{6F70103B-B7FA-483A-8834-C7372210BA2F}" destId="{88530FDD-857B-4CA0-98F6-04528C3A10F6}" srcOrd="7" destOrd="0" presId="urn:microsoft.com/office/officeart/2005/8/layout/process1"/>
    <dgm:cxn modelId="{3C115450-954B-474D-B873-6B299CE5D949}" type="presParOf" srcId="{88530FDD-857B-4CA0-98F6-04528C3A10F6}" destId="{F5DA2BE5-56A6-4B84-8DF0-FA1EB8E0A956}" srcOrd="0" destOrd="0" presId="urn:microsoft.com/office/officeart/2005/8/layout/process1"/>
    <dgm:cxn modelId="{7D9E1993-E01D-4F78-84B6-AA2CE80CE82A}" type="presParOf" srcId="{6F70103B-B7FA-483A-8834-C7372210BA2F}" destId="{4F79E099-0268-4BCE-ACF8-95D4EC1EFB0A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B70C726-B256-48F4-B8FD-8EE551E3DDEE}" type="doc">
      <dgm:prSet loTypeId="urn:microsoft.com/office/officeart/2005/8/layout/process2" loCatId="process" qsTypeId="urn:microsoft.com/office/officeart/2005/8/quickstyle/simple1#3" qsCatId="simple" csTypeId="urn:microsoft.com/office/officeart/2005/8/colors/accent1_2#2" csCatId="accent1" phldr="1"/>
      <dgm:spPr/>
    </dgm:pt>
    <dgm:pt modelId="{C6866D5A-D825-4919-B982-CC5FB346400E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Complaint Input</a:t>
          </a:r>
        </a:p>
      </dgm:t>
    </dgm:pt>
    <dgm:pt modelId="{B3418BEF-3B1D-43C5-B661-501BD30809A8}" type="parTrans" cxnId="{1581E09D-DD3C-481B-B96D-E48745829BB8}">
      <dgm:prSet/>
      <dgm:spPr/>
      <dgm:t>
        <a:bodyPr/>
        <a:lstStyle/>
        <a:p>
          <a:endParaRPr lang="en-IN"/>
        </a:p>
      </dgm:t>
    </dgm:pt>
    <dgm:pt modelId="{C5E5D9E5-5C98-4813-B6BF-77EC126A1F63}" type="sibTrans" cxnId="{1581E09D-DD3C-481B-B96D-E48745829BB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9EF9E778-E44B-4629-B0F7-09F0040D4346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Extract Facts</a:t>
          </a:r>
        </a:p>
      </dgm:t>
    </dgm:pt>
    <dgm:pt modelId="{4832E96B-A1BA-41FA-9F03-6A9840F3420C}" type="parTrans" cxnId="{BE0278DA-D2C0-4166-B01F-11F61EF80FEE}">
      <dgm:prSet/>
      <dgm:spPr/>
      <dgm:t>
        <a:bodyPr/>
        <a:lstStyle/>
        <a:p>
          <a:endParaRPr lang="en-IN"/>
        </a:p>
      </dgm:t>
    </dgm:pt>
    <dgm:pt modelId="{4DC26E1B-DFDA-4A76-A821-0836B962CFBF}" type="sibTrans" cxnId="{BE0278DA-D2C0-4166-B01F-11F61EF80FEE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A8E3C4A3-3832-44EC-9F57-9E66B9E5526F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Similar Reports</a:t>
          </a:r>
        </a:p>
      </dgm:t>
    </dgm:pt>
    <dgm:pt modelId="{C9E39041-531D-4E40-996B-F9C2449FA675}" type="parTrans" cxnId="{7290B48A-CF54-4183-B1BB-0684220EE4E8}">
      <dgm:prSet/>
      <dgm:spPr/>
      <dgm:t>
        <a:bodyPr/>
        <a:lstStyle/>
        <a:p>
          <a:endParaRPr lang="en-IN"/>
        </a:p>
      </dgm:t>
    </dgm:pt>
    <dgm:pt modelId="{8A2812C8-E815-49DC-B329-F1CE34F112EA}" type="sibTrans" cxnId="{7290B48A-CF54-4183-B1BB-0684220EE4E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77DB1C2A-B800-4350-ABEF-F184C0C6E7F1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Trends and Recalls</a:t>
          </a:r>
        </a:p>
      </dgm:t>
    </dgm:pt>
    <dgm:pt modelId="{A7386559-39E7-4EAB-A54F-04E9C14C686B}" type="parTrans" cxnId="{162623B1-9572-4111-A89B-C777FA826AB8}">
      <dgm:prSet/>
      <dgm:spPr/>
      <dgm:t>
        <a:bodyPr/>
        <a:lstStyle/>
        <a:p>
          <a:endParaRPr lang="en-IN"/>
        </a:p>
      </dgm:t>
    </dgm:pt>
    <dgm:pt modelId="{4F9C069C-70A3-4B76-AF3B-1DF9ED96FB2F}" type="sibTrans" cxnId="{162623B1-9572-4111-A89B-C777FA826AB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04D1BC90-1E67-48BD-AAF6-E263B90C2765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Priority + Regulation</a:t>
          </a:r>
        </a:p>
      </dgm:t>
    </dgm:pt>
    <dgm:pt modelId="{CB6C3AB8-0F57-4946-9BB6-3A4AD86C4849}" type="parTrans" cxnId="{50E0D261-6CF0-475A-B797-3C9E946EE8AB}">
      <dgm:prSet/>
      <dgm:spPr/>
      <dgm:t>
        <a:bodyPr/>
        <a:lstStyle/>
        <a:p>
          <a:endParaRPr lang="en-IN"/>
        </a:p>
      </dgm:t>
    </dgm:pt>
    <dgm:pt modelId="{C21079FC-67C3-4295-A130-0E25B531D7FC}" type="sibTrans" cxnId="{50E0D261-6CF0-475A-B797-3C9E946EE8AB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19546330-45D9-4C23-88B3-01442AEDB9DD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Human Review</a:t>
          </a:r>
        </a:p>
      </dgm:t>
    </dgm:pt>
    <dgm:pt modelId="{B437B8FF-891F-418D-862F-18277A74D055}" type="parTrans" cxnId="{B41FD702-D702-47F8-9FDB-D6505BEE28D2}">
      <dgm:prSet/>
      <dgm:spPr/>
      <dgm:t>
        <a:bodyPr/>
        <a:lstStyle/>
        <a:p>
          <a:endParaRPr lang="en-IN"/>
        </a:p>
      </dgm:t>
    </dgm:pt>
    <dgm:pt modelId="{E5D6F7F1-9CFD-461F-86A8-BDD545EB7D25}" type="sibTrans" cxnId="{B41FD702-D702-47F8-9FDB-D6505BEE28D2}">
      <dgm:prSet/>
      <dgm:spPr/>
      <dgm:t>
        <a:bodyPr/>
        <a:lstStyle/>
        <a:p>
          <a:endParaRPr lang="en-IN"/>
        </a:p>
      </dgm:t>
    </dgm:pt>
    <dgm:pt modelId="{09D7CB0B-B18A-4568-8E0D-5A72224F2D6B}" type="pres">
      <dgm:prSet presAssocID="{6B70C726-B256-48F4-B8FD-8EE551E3DDEE}" presName="linearFlow" presStyleCnt="0">
        <dgm:presLayoutVars>
          <dgm:resizeHandles val="exact"/>
        </dgm:presLayoutVars>
      </dgm:prSet>
      <dgm:spPr/>
    </dgm:pt>
    <dgm:pt modelId="{977D46B1-104B-48CF-813E-5192A6227083}" type="pres">
      <dgm:prSet presAssocID="{C6866D5A-D825-4919-B982-CC5FB346400E}" presName="node" presStyleLbl="node1" presStyleIdx="0" presStyleCnt="6" custScaleX="133100" custScaleY="133100">
        <dgm:presLayoutVars>
          <dgm:bulletEnabled val="1"/>
        </dgm:presLayoutVars>
      </dgm:prSet>
      <dgm:spPr/>
    </dgm:pt>
    <dgm:pt modelId="{1D4956C4-9D64-46B3-BB3F-106A00EBCDB5}" type="pres">
      <dgm:prSet presAssocID="{C5E5D9E5-5C98-4813-B6BF-77EC126A1F63}" presName="sibTrans" presStyleLbl="sibTrans2D1" presStyleIdx="0" presStyleCnt="5" custScaleX="133100" custScaleY="133100"/>
      <dgm:spPr/>
    </dgm:pt>
    <dgm:pt modelId="{75D968F3-501F-463D-8A75-B9ADF5C8EE01}" type="pres">
      <dgm:prSet presAssocID="{C5E5D9E5-5C98-4813-B6BF-77EC126A1F63}" presName="connectorText" presStyleLbl="sibTrans2D1" presStyleIdx="0" presStyleCnt="5"/>
      <dgm:spPr/>
    </dgm:pt>
    <dgm:pt modelId="{2641BAFA-062A-4B83-813E-B3215666BEC9}" type="pres">
      <dgm:prSet presAssocID="{9EF9E778-E44B-4629-B0F7-09F0040D4346}" presName="node" presStyleLbl="node1" presStyleIdx="1" presStyleCnt="6" custScaleX="133100" custScaleY="133100">
        <dgm:presLayoutVars>
          <dgm:bulletEnabled val="1"/>
        </dgm:presLayoutVars>
      </dgm:prSet>
      <dgm:spPr/>
    </dgm:pt>
    <dgm:pt modelId="{4E646B70-3CFC-47A2-9D4F-03D66C2F0155}" type="pres">
      <dgm:prSet presAssocID="{4DC26E1B-DFDA-4A76-A821-0836B962CFBF}" presName="sibTrans" presStyleLbl="sibTrans2D1" presStyleIdx="1" presStyleCnt="5" custScaleX="133100" custScaleY="133100"/>
      <dgm:spPr/>
    </dgm:pt>
    <dgm:pt modelId="{BFAF5EFA-0061-4051-A3DA-25A8649F9E65}" type="pres">
      <dgm:prSet presAssocID="{4DC26E1B-DFDA-4A76-A821-0836B962CFBF}" presName="connectorText" presStyleLbl="sibTrans2D1" presStyleIdx="1" presStyleCnt="5"/>
      <dgm:spPr/>
    </dgm:pt>
    <dgm:pt modelId="{92B0C99A-C8C6-453F-929C-9A3D1E1F2F80}" type="pres">
      <dgm:prSet presAssocID="{A8E3C4A3-3832-44EC-9F57-9E66B9E5526F}" presName="node" presStyleLbl="node1" presStyleIdx="2" presStyleCnt="6" custScaleX="133100" custScaleY="133100">
        <dgm:presLayoutVars>
          <dgm:bulletEnabled val="1"/>
        </dgm:presLayoutVars>
      </dgm:prSet>
      <dgm:spPr/>
    </dgm:pt>
    <dgm:pt modelId="{9D0D5DA5-4DE8-46F2-89D2-3F1F09BD033C}" type="pres">
      <dgm:prSet presAssocID="{8A2812C8-E815-49DC-B329-F1CE34F112EA}" presName="sibTrans" presStyleLbl="sibTrans2D1" presStyleIdx="2" presStyleCnt="5" custScaleX="133100" custScaleY="133100"/>
      <dgm:spPr/>
    </dgm:pt>
    <dgm:pt modelId="{64EDE169-B84F-402E-B344-6AF662FA455C}" type="pres">
      <dgm:prSet presAssocID="{8A2812C8-E815-49DC-B329-F1CE34F112EA}" presName="connectorText" presStyleLbl="sibTrans2D1" presStyleIdx="2" presStyleCnt="5"/>
      <dgm:spPr/>
    </dgm:pt>
    <dgm:pt modelId="{AB2D385A-BFC4-4607-82EA-FEBE390399C2}" type="pres">
      <dgm:prSet presAssocID="{77DB1C2A-B800-4350-ABEF-F184C0C6E7F1}" presName="node" presStyleLbl="node1" presStyleIdx="3" presStyleCnt="6" custScaleX="133100" custScaleY="133100">
        <dgm:presLayoutVars>
          <dgm:bulletEnabled val="1"/>
        </dgm:presLayoutVars>
      </dgm:prSet>
      <dgm:spPr/>
    </dgm:pt>
    <dgm:pt modelId="{11409950-681A-43F9-8836-04EE11D5028D}" type="pres">
      <dgm:prSet presAssocID="{4F9C069C-70A3-4B76-AF3B-1DF9ED96FB2F}" presName="sibTrans" presStyleLbl="sibTrans2D1" presStyleIdx="3" presStyleCnt="5" custScaleX="133100" custScaleY="133100"/>
      <dgm:spPr/>
    </dgm:pt>
    <dgm:pt modelId="{691E2513-7C48-4576-9A6B-29BC1A64DAB0}" type="pres">
      <dgm:prSet presAssocID="{4F9C069C-70A3-4B76-AF3B-1DF9ED96FB2F}" presName="connectorText" presStyleLbl="sibTrans2D1" presStyleIdx="3" presStyleCnt="5"/>
      <dgm:spPr/>
    </dgm:pt>
    <dgm:pt modelId="{47DA1F20-8E82-45E6-9872-F92E3BA6D539}" type="pres">
      <dgm:prSet presAssocID="{04D1BC90-1E67-48BD-AAF6-E263B90C2765}" presName="node" presStyleLbl="node1" presStyleIdx="4" presStyleCnt="6" custScaleX="133100" custScaleY="133100">
        <dgm:presLayoutVars>
          <dgm:bulletEnabled val="1"/>
        </dgm:presLayoutVars>
      </dgm:prSet>
      <dgm:spPr/>
    </dgm:pt>
    <dgm:pt modelId="{291641C7-10C6-4B2D-A87A-3B3A4BE5DD21}" type="pres">
      <dgm:prSet presAssocID="{C21079FC-67C3-4295-A130-0E25B531D7FC}" presName="sibTrans" presStyleLbl="sibTrans2D1" presStyleIdx="4" presStyleCnt="5" custScaleX="133100" custScaleY="133100"/>
      <dgm:spPr/>
    </dgm:pt>
    <dgm:pt modelId="{9A254232-9DC4-4AD9-BABF-CAD251F83B79}" type="pres">
      <dgm:prSet presAssocID="{C21079FC-67C3-4295-A130-0E25B531D7FC}" presName="connectorText" presStyleLbl="sibTrans2D1" presStyleIdx="4" presStyleCnt="5"/>
      <dgm:spPr/>
    </dgm:pt>
    <dgm:pt modelId="{1302D934-D468-496F-953F-DE26ECABB253}" type="pres">
      <dgm:prSet presAssocID="{19546330-45D9-4C23-88B3-01442AEDB9DD}" presName="node" presStyleLbl="node1" presStyleIdx="5" presStyleCnt="6" custScaleX="133100" custScaleY="133100">
        <dgm:presLayoutVars>
          <dgm:bulletEnabled val="1"/>
        </dgm:presLayoutVars>
      </dgm:prSet>
      <dgm:spPr/>
    </dgm:pt>
  </dgm:ptLst>
  <dgm:cxnLst>
    <dgm:cxn modelId="{4259C400-334E-4E0C-9887-936106C14FED}" type="presOf" srcId="{4F9C069C-70A3-4B76-AF3B-1DF9ED96FB2F}" destId="{11409950-681A-43F9-8836-04EE11D5028D}" srcOrd="0" destOrd="0" presId="urn:microsoft.com/office/officeart/2005/8/layout/process2"/>
    <dgm:cxn modelId="{B41FD702-D702-47F8-9FDB-D6505BEE28D2}" srcId="{6B70C726-B256-48F4-B8FD-8EE551E3DDEE}" destId="{19546330-45D9-4C23-88B3-01442AEDB9DD}" srcOrd="5" destOrd="0" parTransId="{B437B8FF-891F-418D-862F-18277A74D055}" sibTransId="{E5D6F7F1-9CFD-461F-86A8-BDD545EB7D25}"/>
    <dgm:cxn modelId="{549A0E13-7810-43D5-8E35-C516F1E1B555}" type="presOf" srcId="{8A2812C8-E815-49DC-B329-F1CE34F112EA}" destId="{9D0D5DA5-4DE8-46F2-89D2-3F1F09BD033C}" srcOrd="0" destOrd="0" presId="urn:microsoft.com/office/officeart/2005/8/layout/process2"/>
    <dgm:cxn modelId="{50E0D261-6CF0-475A-B797-3C9E946EE8AB}" srcId="{6B70C726-B256-48F4-B8FD-8EE551E3DDEE}" destId="{04D1BC90-1E67-48BD-AAF6-E263B90C2765}" srcOrd="4" destOrd="0" parTransId="{CB6C3AB8-0F57-4946-9BB6-3A4AD86C4849}" sibTransId="{C21079FC-67C3-4295-A130-0E25B531D7FC}"/>
    <dgm:cxn modelId="{C368D442-0B17-4250-9391-32D2D0629658}" type="presOf" srcId="{C5E5D9E5-5C98-4813-B6BF-77EC126A1F63}" destId="{1D4956C4-9D64-46B3-BB3F-106A00EBCDB5}" srcOrd="0" destOrd="0" presId="urn:microsoft.com/office/officeart/2005/8/layout/process2"/>
    <dgm:cxn modelId="{14FF8B6A-8DC2-4C34-AB78-D7D53DB75608}" type="presOf" srcId="{C21079FC-67C3-4295-A130-0E25B531D7FC}" destId="{9A254232-9DC4-4AD9-BABF-CAD251F83B79}" srcOrd="1" destOrd="0" presId="urn:microsoft.com/office/officeart/2005/8/layout/process2"/>
    <dgm:cxn modelId="{EEF82A80-2E6B-4719-98A4-5DC6650A8AA3}" type="presOf" srcId="{4DC26E1B-DFDA-4A76-A821-0836B962CFBF}" destId="{BFAF5EFA-0061-4051-A3DA-25A8649F9E65}" srcOrd="1" destOrd="0" presId="urn:microsoft.com/office/officeart/2005/8/layout/process2"/>
    <dgm:cxn modelId="{43FC9580-25E4-4E8B-A369-A54B8D2FC33A}" type="presOf" srcId="{4F9C069C-70A3-4B76-AF3B-1DF9ED96FB2F}" destId="{691E2513-7C48-4576-9A6B-29BC1A64DAB0}" srcOrd="1" destOrd="0" presId="urn:microsoft.com/office/officeart/2005/8/layout/process2"/>
    <dgm:cxn modelId="{1D9AD883-9110-4FC1-9597-47CF9FC7603F}" type="presOf" srcId="{C21079FC-67C3-4295-A130-0E25B531D7FC}" destId="{291641C7-10C6-4B2D-A87A-3B3A4BE5DD21}" srcOrd="0" destOrd="0" presId="urn:microsoft.com/office/officeart/2005/8/layout/process2"/>
    <dgm:cxn modelId="{7290B48A-CF54-4183-B1BB-0684220EE4E8}" srcId="{6B70C726-B256-48F4-B8FD-8EE551E3DDEE}" destId="{A8E3C4A3-3832-44EC-9F57-9E66B9E5526F}" srcOrd="2" destOrd="0" parTransId="{C9E39041-531D-4E40-996B-F9C2449FA675}" sibTransId="{8A2812C8-E815-49DC-B329-F1CE34F112EA}"/>
    <dgm:cxn modelId="{A0043D92-8896-4128-BC10-AE5D37F9445E}" type="presOf" srcId="{C6866D5A-D825-4919-B982-CC5FB346400E}" destId="{977D46B1-104B-48CF-813E-5192A6227083}" srcOrd="0" destOrd="0" presId="urn:microsoft.com/office/officeart/2005/8/layout/process2"/>
    <dgm:cxn modelId="{214EE597-6FDE-4724-A01D-E7347BC094EC}" type="presOf" srcId="{6B70C726-B256-48F4-B8FD-8EE551E3DDEE}" destId="{09D7CB0B-B18A-4568-8E0D-5A72224F2D6B}" srcOrd="0" destOrd="0" presId="urn:microsoft.com/office/officeart/2005/8/layout/process2"/>
    <dgm:cxn modelId="{18481C98-5B9C-4A30-9158-0D9377F5731A}" type="presOf" srcId="{A8E3C4A3-3832-44EC-9F57-9E66B9E5526F}" destId="{92B0C99A-C8C6-453F-929C-9A3D1E1F2F80}" srcOrd="0" destOrd="0" presId="urn:microsoft.com/office/officeart/2005/8/layout/process2"/>
    <dgm:cxn modelId="{1581E09D-DD3C-481B-B96D-E48745829BB8}" srcId="{6B70C726-B256-48F4-B8FD-8EE551E3DDEE}" destId="{C6866D5A-D825-4919-B982-CC5FB346400E}" srcOrd="0" destOrd="0" parTransId="{B3418BEF-3B1D-43C5-B661-501BD30809A8}" sibTransId="{C5E5D9E5-5C98-4813-B6BF-77EC126A1F63}"/>
    <dgm:cxn modelId="{FD183AA1-6823-45AD-823B-CB79AC22D8B0}" type="presOf" srcId="{77DB1C2A-B800-4350-ABEF-F184C0C6E7F1}" destId="{AB2D385A-BFC4-4607-82EA-FEBE390399C2}" srcOrd="0" destOrd="0" presId="urn:microsoft.com/office/officeart/2005/8/layout/process2"/>
    <dgm:cxn modelId="{13ADCBA5-7BFD-4312-829D-61E7764198A0}" type="presOf" srcId="{19546330-45D9-4C23-88B3-01442AEDB9DD}" destId="{1302D934-D468-496F-953F-DE26ECABB253}" srcOrd="0" destOrd="0" presId="urn:microsoft.com/office/officeart/2005/8/layout/process2"/>
    <dgm:cxn modelId="{162623B1-9572-4111-A89B-C777FA826AB8}" srcId="{6B70C726-B256-48F4-B8FD-8EE551E3DDEE}" destId="{77DB1C2A-B800-4350-ABEF-F184C0C6E7F1}" srcOrd="3" destOrd="0" parTransId="{A7386559-39E7-4EAB-A54F-04E9C14C686B}" sibTransId="{4F9C069C-70A3-4B76-AF3B-1DF9ED96FB2F}"/>
    <dgm:cxn modelId="{8CC2BEBD-19EC-4A0A-BC86-6F93C3510AF3}" type="presOf" srcId="{04D1BC90-1E67-48BD-AAF6-E263B90C2765}" destId="{47DA1F20-8E82-45E6-9872-F92E3BA6D539}" srcOrd="0" destOrd="0" presId="urn:microsoft.com/office/officeart/2005/8/layout/process2"/>
    <dgm:cxn modelId="{B5DF76C9-DA8B-4C48-BDB4-AEFB203B4D50}" type="presOf" srcId="{4DC26E1B-DFDA-4A76-A821-0836B962CFBF}" destId="{4E646B70-3CFC-47A2-9D4F-03D66C2F0155}" srcOrd="0" destOrd="0" presId="urn:microsoft.com/office/officeart/2005/8/layout/process2"/>
    <dgm:cxn modelId="{BE0278DA-D2C0-4166-B01F-11F61EF80FEE}" srcId="{6B70C726-B256-48F4-B8FD-8EE551E3DDEE}" destId="{9EF9E778-E44B-4629-B0F7-09F0040D4346}" srcOrd="1" destOrd="0" parTransId="{4832E96B-A1BA-41FA-9F03-6A9840F3420C}" sibTransId="{4DC26E1B-DFDA-4A76-A821-0836B962CFBF}"/>
    <dgm:cxn modelId="{33CF0DE8-A439-4F99-AFDF-B3F16A48B6A3}" type="presOf" srcId="{C5E5D9E5-5C98-4813-B6BF-77EC126A1F63}" destId="{75D968F3-501F-463D-8A75-B9ADF5C8EE01}" srcOrd="1" destOrd="0" presId="urn:microsoft.com/office/officeart/2005/8/layout/process2"/>
    <dgm:cxn modelId="{0448ACF5-DEE9-4419-B596-0549548B90BF}" type="presOf" srcId="{8A2812C8-E815-49DC-B329-F1CE34F112EA}" destId="{64EDE169-B84F-402E-B344-6AF662FA455C}" srcOrd="1" destOrd="0" presId="urn:microsoft.com/office/officeart/2005/8/layout/process2"/>
    <dgm:cxn modelId="{97F7D6F8-DEA2-4F49-9486-19AC61FC8973}" type="presOf" srcId="{9EF9E778-E44B-4629-B0F7-09F0040D4346}" destId="{2641BAFA-062A-4B83-813E-B3215666BEC9}" srcOrd="0" destOrd="0" presId="urn:microsoft.com/office/officeart/2005/8/layout/process2"/>
    <dgm:cxn modelId="{14CEA12C-911F-4376-A7AC-1AFD74AD56BA}" type="presParOf" srcId="{09D7CB0B-B18A-4568-8E0D-5A72224F2D6B}" destId="{977D46B1-104B-48CF-813E-5192A6227083}" srcOrd="0" destOrd="0" presId="urn:microsoft.com/office/officeart/2005/8/layout/process2"/>
    <dgm:cxn modelId="{506E12F9-CA0F-4F17-8B5C-B58ACFAEB85F}" type="presParOf" srcId="{09D7CB0B-B18A-4568-8E0D-5A72224F2D6B}" destId="{1D4956C4-9D64-46B3-BB3F-106A00EBCDB5}" srcOrd="1" destOrd="0" presId="urn:microsoft.com/office/officeart/2005/8/layout/process2"/>
    <dgm:cxn modelId="{A9E0C62C-1AF0-4B6F-ABC5-E6714B353251}" type="presParOf" srcId="{1D4956C4-9D64-46B3-BB3F-106A00EBCDB5}" destId="{75D968F3-501F-463D-8A75-B9ADF5C8EE01}" srcOrd="0" destOrd="0" presId="urn:microsoft.com/office/officeart/2005/8/layout/process2"/>
    <dgm:cxn modelId="{4AB3A7D4-6085-4757-B9CA-FB9074157ECB}" type="presParOf" srcId="{09D7CB0B-B18A-4568-8E0D-5A72224F2D6B}" destId="{2641BAFA-062A-4B83-813E-B3215666BEC9}" srcOrd="2" destOrd="0" presId="urn:microsoft.com/office/officeart/2005/8/layout/process2"/>
    <dgm:cxn modelId="{27F8453C-E8FA-4F91-B170-313ABEEC394F}" type="presParOf" srcId="{09D7CB0B-B18A-4568-8E0D-5A72224F2D6B}" destId="{4E646B70-3CFC-47A2-9D4F-03D66C2F0155}" srcOrd="3" destOrd="0" presId="urn:microsoft.com/office/officeart/2005/8/layout/process2"/>
    <dgm:cxn modelId="{579B4BB7-71AC-4986-B387-8CD7D66F8FD4}" type="presParOf" srcId="{4E646B70-3CFC-47A2-9D4F-03D66C2F0155}" destId="{BFAF5EFA-0061-4051-A3DA-25A8649F9E65}" srcOrd="0" destOrd="0" presId="urn:microsoft.com/office/officeart/2005/8/layout/process2"/>
    <dgm:cxn modelId="{8D0792F2-7E1C-474B-8F26-F2C3BC322991}" type="presParOf" srcId="{09D7CB0B-B18A-4568-8E0D-5A72224F2D6B}" destId="{92B0C99A-C8C6-453F-929C-9A3D1E1F2F80}" srcOrd="4" destOrd="0" presId="urn:microsoft.com/office/officeart/2005/8/layout/process2"/>
    <dgm:cxn modelId="{E9CFD4DA-1A91-47C7-96DE-4A2635A0A075}" type="presParOf" srcId="{09D7CB0B-B18A-4568-8E0D-5A72224F2D6B}" destId="{9D0D5DA5-4DE8-46F2-89D2-3F1F09BD033C}" srcOrd="5" destOrd="0" presId="urn:microsoft.com/office/officeart/2005/8/layout/process2"/>
    <dgm:cxn modelId="{7A4E130A-1F66-49BB-B09C-2E53082FFCB0}" type="presParOf" srcId="{9D0D5DA5-4DE8-46F2-89D2-3F1F09BD033C}" destId="{64EDE169-B84F-402E-B344-6AF662FA455C}" srcOrd="0" destOrd="0" presId="urn:microsoft.com/office/officeart/2005/8/layout/process2"/>
    <dgm:cxn modelId="{ED77369D-8B77-4A29-BE6C-8E26DAAE198D}" type="presParOf" srcId="{09D7CB0B-B18A-4568-8E0D-5A72224F2D6B}" destId="{AB2D385A-BFC4-4607-82EA-FEBE390399C2}" srcOrd="6" destOrd="0" presId="urn:microsoft.com/office/officeart/2005/8/layout/process2"/>
    <dgm:cxn modelId="{C4D64093-E2CA-4260-9F12-778F66A52028}" type="presParOf" srcId="{09D7CB0B-B18A-4568-8E0D-5A72224F2D6B}" destId="{11409950-681A-43F9-8836-04EE11D5028D}" srcOrd="7" destOrd="0" presId="urn:microsoft.com/office/officeart/2005/8/layout/process2"/>
    <dgm:cxn modelId="{30D25B58-4FE5-493B-92AF-B41B3E2633DF}" type="presParOf" srcId="{11409950-681A-43F9-8836-04EE11D5028D}" destId="{691E2513-7C48-4576-9A6B-29BC1A64DAB0}" srcOrd="0" destOrd="0" presId="urn:microsoft.com/office/officeart/2005/8/layout/process2"/>
    <dgm:cxn modelId="{F0BEF22C-40A3-475E-8CCE-37E092DAAE2A}" type="presParOf" srcId="{09D7CB0B-B18A-4568-8E0D-5A72224F2D6B}" destId="{47DA1F20-8E82-45E6-9872-F92E3BA6D539}" srcOrd="8" destOrd="0" presId="urn:microsoft.com/office/officeart/2005/8/layout/process2"/>
    <dgm:cxn modelId="{8424E43C-AC10-46B7-AB97-6C35398C8E34}" type="presParOf" srcId="{09D7CB0B-B18A-4568-8E0D-5A72224F2D6B}" destId="{291641C7-10C6-4B2D-A87A-3B3A4BE5DD21}" srcOrd="9" destOrd="0" presId="urn:microsoft.com/office/officeart/2005/8/layout/process2"/>
    <dgm:cxn modelId="{CEC2ED1D-676E-461B-9894-0E3F0F6EB7C1}" type="presParOf" srcId="{291641C7-10C6-4B2D-A87A-3B3A4BE5DD21}" destId="{9A254232-9DC4-4AD9-BABF-CAD251F83B79}" srcOrd="0" destOrd="0" presId="urn:microsoft.com/office/officeart/2005/8/layout/process2"/>
    <dgm:cxn modelId="{8092CB4A-F493-4135-BBA9-3E980B181B18}" type="presParOf" srcId="{09D7CB0B-B18A-4568-8E0D-5A72224F2D6B}" destId="{1302D934-D468-496F-953F-DE26ECABB253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5F9704-3930-44F7-928D-4DBC38722F9E}">
      <dsp:nvSpPr>
        <dsp:cNvPr id="0" name=""/>
        <dsp:cNvSpPr/>
      </dsp:nvSpPr>
      <dsp:spPr>
        <a:xfrm>
          <a:off x="6780" y="0"/>
          <a:ext cx="1639726" cy="651461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schemeClr val="accent5">
                  <a:lumMod val="75000"/>
                </a:schemeClr>
              </a:solidFill>
            </a:rPr>
            <a:t>New Complaint</a:t>
          </a:r>
        </a:p>
      </dsp:txBody>
      <dsp:txXfrm>
        <a:off x="25861" y="19081"/>
        <a:ext cx="1601564" cy="613299"/>
      </dsp:txXfrm>
    </dsp:sp>
    <dsp:sp modelId="{A80D544A-FB3A-4816-A546-94052333F686}">
      <dsp:nvSpPr>
        <dsp:cNvPr id="0" name=""/>
        <dsp:cNvSpPr/>
      </dsp:nvSpPr>
      <dsp:spPr>
        <a:xfrm>
          <a:off x="1646032" y="122404"/>
          <a:ext cx="347622" cy="406652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1646032" y="203734"/>
        <a:ext cx="243335" cy="243992"/>
      </dsp:txXfrm>
    </dsp:sp>
    <dsp:sp modelId="{2061DC4F-A1B5-4C77-9DB6-8CAB11B6911F}">
      <dsp:nvSpPr>
        <dsp:cNvPr id="0" name=""/>
        <dsp:cNvSpPr/>
      </dsp:nvSpPr>
      <dsp:spPr>
        <a:xfrm>
          <a:off x="1983082" y="0"/>
          <a:ext cx="1639726" cy="651461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schemeClr val="accent5">
                  <a:lumMod val="75000"/>
                </a:schemeClr>
              </a:solidFill>
            </a:rPr>
            <a:t>Evidence Retrieval</a:t>
          </a:r>
        </a:p>
      </dsp:txBody>
      <dsp:txXfrm>
        <a:off x="2002163" y="19081"/>
        <a:ext cx="1601564" cy="613299"/>
      </dsp:txXfrm>
    </dsp:sp>
    <dsp:sp modelId="{C99CCF89-2B73-4C74-BCEE-FC8344AA8690}">
      <dsp:nvSpPr>
        <dsp:cNvPr id="0" name=""/>
        <dsp:cNvSpPr/>
      </dsp:nvSpPr>
      <dsp:spPr>
        <a:xfrm>
          <a:off x="3622334" y="122404"/>
          <a:ext cx="347622" cy="406652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3622334" y="203734"/>
        <a:ext cx="243335" cy="243992"/>
      </dsp:txXfrm>
    </dsp:sp>
    <dsp:sp modelId="{103CFD20-5CD2-4386-B2B5-6712B66C7FCC}">
      <dsp:nvSpPr>
        <dsp:cNvPr id="0" name=""/>
        <dsp:cNvSpPr/>
      </dsp:nvSpPr>
      <dsp:spPr>
        <a:xfrm>
          <a:off x="3959384" y="0"/>
          <a:ext cx="1639726" cy="651461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schemeClr val="accent5">
                  <a:lumMod val="75000"/>
                </a:schemeClr>
              </a:solidFill>
            </a:rPr>
            <a:t>Priority Review</a:t>
          </a:r>
        </a:p>
      </dsp:txBody>
      <dsp:txXfrm>
        <a:off x="3978465" y="19081"/>
        <a:ext cx="1601564" cy="613299"/>
      </dsp:txXfrm>
    </dsp:sp>
    <dsp:sp modelId="{D61DF455-1739-4888-B7FC-C672E70116AF}">
      <dsp:nvSpPr>
        <dsp:cNvPr id="0" name=""/>
        <dsp:cNvSpPr/>
      </dsp:nvSpPr>
      <dsp:spPr>
        <a:xfrm>
          <a:off x="5598635" y="122404"/>
          <a:ext cx="347622" cy="406652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5598635" y="203734"/>
        <a:ext cx="243335" cy="243992"/>
      </dsp:txXfrm>
    </dsp:sp>
    <dsp:sp modelId="{3372D240-3B1D-4E22-BF3D-61055E0D1A45}">
      <dsp:nvSpPr>
        <dsp:cNvPr id="0" name=""/>
        <dsp:cNvSpPr/>
      </dsp:nvSpPr>
      <dsp:spPr>
        <a:xfrm>
          <a:off x="5935685" y="0"/>
          <a:ext cx="1639726" cy="651461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schemeClr val="accent5">
                  <a:lumMod val="75000"/>
                </a:schemeClr>
              </a:solidFill>
            </a:rPr>
            <a:t>Investigation Report</a:t>
          </a:r>
        </a:p>
      </dsp:txBody>
      <dsp:txXfrm>
        <a:off x="5954766" y="19081"/>
        <a:ext cx="1601564" cy="6132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6C582-0362-43E7-B30F-B27EA509B002}">
      <dsp:nvSpPr>
        <dsp:cNvPr id="0" name=""/>
        <dsp:cNvSpPr/>
      </dsp:nvSpPr>
      <dsp:spPr>
        <a:xfrm>
          <a:off x="0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5">
                  <a:lumMod val="75000"/>
                </a:schemeClr>
              </a:solidFill>
            </a:rPr>
            <a:t>Intake</a:t>
          </a:r>
        </a:p>
      </dsp:txBody>
      <dsp:txXfrm>
        <a:off x="17855" y="305834"/>
        <a:ext cx="980290" cy="573890"/>
      </dsp:txXfrm>
    </dsp:sp>
    <dsp:sp modelId="{30C73709-52B4-416D-BE86-18E5C450DDC8}">
      <dsp:nvSpPr>
        <dsp:cNvPr id="0" name=""/>
        <dsp:cNvSpPr/>
      </dsp:nvSpPr>
      <dsp:spPr>
        <a:xfrm>
          <a:off x="1117599" y="466796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1117599" y="517190"/>
        <a:ext cx="150774" cy="151180"/>
      </dsp:txXfrm>
    </dsp:sp>
    <dsp:sp modelId="{B525C074-D843-486C-98DF-0D6919525974}">
      <dsp:nvSpPr>
        <dsp:cNvPr id="0" name=""/>
        <dsp:cNvSpPr/>
      </dsp:nvSpPr>
      <dsp:spPr>
        <a:xfrm>
          <a:off x="1422399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5">
                  <a:lumMod val="75000"/>
                </a:schemeClr>
              </a:solidFill>
            </a:rPr>
            <a:t>Extract</a:t>
          </a:r>
        </a:p>
      </dsp:txBody>
      <dsp:txXfrm>
        <a:off x="1440254" y="305834"/>
        <a:ext cx="980290" cy="573890"/>
      </dsp:txXfrm>
    </dsp:sp>
    <dsp:sp modelId="{7D31CBF8-1D2D-4D17-B60B-DEF3135E3095}">
      <dsp:nvSpPr>
        <dsp:cNvPr id="0" name=""/>
        <dsp:cNvSpPr/>
      </dsp:nvSpPr>
      <dsp:spPr>
        <a:xfrm>
          <a:off x="2539999" y="466796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2539999" y="517190"/>
        <a:ext cx="150774" cy="151180"/>
      </dsp:txXfrm>
    </dsp:sp>
    <dsp:sp modelId="{0105C7C6-4EEB-46C8-B985-D7876CE41B62}">
      <dsp:nvSpPr>
        <dsp:cNvPr id="0" name=""/>
        <dsp:cNvSpPr/>
      </dsp:nvSpPr>
      <dsp:spPr>
        <a:xfrm>
          <a:off x="2844799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5">
                  <a:lumMod val="75000"/>
                </a:schemeClr>
              </a:solidFill>
            </a:rPr>
            <a:t>Retrieve</a:t>
          </a:r>
        </a:p>
      </dsp:txBody>
      <dsp:txXfrm>
        <a:off x="2862654" y="305834"/>
        <a:ext cx="980290" cy="573890"/>
      </dsp:txXfrm>
    </dsp:sp>
    <dsp:sp modelId="{571061D9-AF08-4776-82DE-DA65EA1808DB}">
      <dsp:nvSpPr>
        <dsp:cNvPr id="0" name=""/>
        <dsp:cNvSpPr/>
      </dsp:nvSpPr>
      <dsp:spPr>
        <a:xfrm>
          <a:off x="3962400" y="466796"/>
          <a:ext cx="215391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3962400" y="517190"/>
        <a:ext cx="150774" cy="151180"/>
      </dsp:txXfrm>
    </dsp:sp>
    <dsp:sp modelId="{BC015356-BAB0-4875-BA4D-B92FCF541112}">
      <dsp:nvSpPr>
        <dsp:cNvPr id="0" name=""/>
        <dsp:cNvSpPr/>
      </dsp:nvSpPr>
      <dsp:spPr>
        <a:xfrm>
          <a:off x="4267199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5">
                  <a:lumMod val="75000"/>
                </a:schemeClr>
              </a:solidFill>
            </a:rPr>
            <a:t>Assess</a:t>
          </a:r>
        </a:p>
      </dsp:txBody>
      <dsp:txXfrm>
        <a:off x="4285054" y="305834"/>
        <a:ext cx="980290" cy="573890"/>
      </dsp:txXfrm>
    </dsp:sp>
    <dsp:sp modelId="{D3D91972-E20F-4FD1-9951-66504E187BA1}">
      <dsp:nvSpPr>
        <dsp:cNvPr id="0" name=""/>
        <dsp:cNvSpPr/>
      </dsp:nvSpPr>
      <dsp:spPr>
        <a:xfrm>
          <a:off x="5384799" y="466796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5384799" y="517190"/>
        <a:ext cx="150774" cy="151180"/>
      </dsp:txXfrm>
    </dsp:sp>
    <dsp:sp modelId="{47076E99-36A0-4534-9101-CBDE6129ED5E}">
      <dsp:nvSpPr>
        <dsp:cNvPr id="0" name=""/>
        <dsp:cNvSpPr/>
      </dsp:nvSpPr>
      <dsp:spPr>
        <a:xfrm>
          <a:off x="5689599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5">
                  <a:lumMod val="75000"/>
                </a:schemeClr>
              </a:solidFill>
            </a:rPr>
            <a:t>Review</a:t>
          </a:r>
        </a:p>
      </dsp:txBody>
      <dsp:txXfrm>
        <a:off x="5707454" y="305834"/>
        <a:ext cx="980290" cy="573890"/>
      </dsp:txXfrm>
    </dsp:sp>
    <dsp:sp modelId="{96FF835D-0285-4B6E-B0E1-E1FBE12417AF}">
      <dsp:nvSpPr>
        <dsp:cNvPr id="0" name=""/>
        <dsp:cNvSpPr/>
      </dsp:nvSpPr>
      <dsp:spPr>
        <a:xfrm>
          <a:off x="6807200" y="466796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6807200" y="517190"/>
        <a:ext cx="150774" cy="151180"/>
      </dsp:txXfrm>
    </dsp:sp>
    <dsp:sp modelId="{7A7519D6-1E45-455A-8E0A-5098FB71A6FE}">
      <dsp:nvSpPr>
        <dsp:cNvPr id="0" name=""/>
        <dsp:cNvSpPr/>
      </dsp:nvSpPr>
      <dsp:spPr>
        <a:xfrm>
          <a:off x="7112000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5">
                  <a:lumMod val="75000"/>
                </a:schemeClr>
              </a:solidFill>
            </a:rPr>
            <a:t>Report</a:t>
          </a:r>
        </a:p>
      </dsp:txBody>
      <dsp:txXfrm>
        <a:off x="7129855" y="305834"/>
        <a:ext cx="980290" cy="5738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23CB4-3516-4CCF-87BD-3D4EDA6CEC91}">
      <dsp:nvSpPr>
        <dsp:cNvPr id="0" name=""/>
        <dsp:cNvSpPr/>
      </dsp:nvSpPr>
      <dsp:spPr>
        <a:xfrm>
          <a:off x="3968" y="276661"/>
          <a:ext cx="1230312" cy="807392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solidFill>
                <a:schemeClr val="accent5">
                  <a:lumMod val="75000"/>
                </a:schemeClr>
              </a:solidFill>
            </a:rPr>
            <a:t>Incomplete Narrative</a:t>
          </a:r>
        </a:p>
      </dsp:txBody>
      <dsp:txXfrm>
        <a:off x="27616" y="300309"/>
        <a:ext cx="1183016" cy="760096"/>
      </dsp:txXfrm>
    </dsp:sp>
    <dsp:sp modelId="{E6BD4BC8-4096-468B-B970-0E71BF937374}">
      <dsp:nvSpPr>
        <dsp:cNvPr id="0" name=""/>
        <dsp:cNvSpPr/>
      </dsp:nvSpPr>
      <dsp:spPr>
        <a:xfrm>
          <a:off x="1357312" y="527799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1357312" y="588822"/>
        <a:ext cx="182578" cy="183071"/>
      </dsp:txXfrm>
    </dsp:sp>
    <dsp:sp modelId="{FCB2933A-2324-46E4-89B9-12EA242A71D6}">
      <dsp:nvSpPr>
        <dsp:cNvPr id="0" name=""/>
        <dsp:cNvSpPr/>
      </dsp:nvSpPr>
      <dsp:spPr>
        <a:xfrm>
          <a:off x="1726406" y="276661"/>
          <a:ext cx="1230312" cy="807392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solidFill>
                <a:schemeClr val="accent5">
                  <a:lumMod val="75000"/>
                </a:schemeClr>
              </a:solidFill>
            </a:rPr>
            <a:t>Manual Evidence Search</a:t>
          </a:r>
        </a:p>
      </dsp:txBody>
      <dsp:txXfrm>
        <a:off x="1750054" y="300309"/>
        <a:ext cx="1183016" cy="760096"/>
      </dsp:txXfrm>
    </dsp:sp>
    <dsp:sp modelId="{74F4AE77-13B0-4822-9DDB-DB2181968079}">
      <dsp:nvSpPr>
        <dsp:cNvPr id="0" name=""/>
        <dsp:cNvSpPr/>
      </dsp:nvSpPr>
      <dsp:spPr>
        <a:xfrm>
          <a:off x="3079750" y="527799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3079750" y="588822"/>
        <a:ext cx="182578" cy="183071"/>
      </dsp:txXfrm>
    </dsp:sp>
    <dsp:sp modelId="{CA30DE41-30B2-4C36-BD65-24ABA63A5ABB}">
      <dsp:nvSpPr>
        <dsp:cNvPr id="0" name=""/>
        <dsp:cNvSpPr/>
      </dsp:nvSpPr>
      <dsp:spPr>
        <a:xfrm>
          <a:off x="3448843" y="276661"/>
          <a:ext cx="1230312" cy="807392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solidFill>
                <a:schemeClr val="accent5">
                  <a:lumMod val="75000"/>
                </a:schemeClr>
              </a:solidFill>
            </a:rPr>
            <a:t>Unclear Failure Patterns</a:t>
          </a:r>
        </a:p>
      </dsp:txBody>
      <dsp:txXfrm>
        <a:off x="3472491" y="300309"/>
        <a:ext cx="1183016" cy="760096"/>
      </dsp:txXfrm>
    </dsp:sp>
    <dsp:sp modelId="{E71DCAE1-C105-4BDA-A44D-1D154C764CB6}">
      <dsp:nvSpPr>
        <dsp:cNvPr id="0" name=""/>
        <dsp:cNvSpPr/>
      </dsp:nvSpPr>
      <dsp:spPr>
        <a:xfrm>
          <a:off x="4802187" y="527799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4802187" y="588822"/>
        <a:ext cx="182578" cy="183071"/>
      </dsp:txXfrm>
    </dsp:sp>
    <dsp:sp modelId="{AF943B26-6108-48D3-A874-E7DFD736B9B4}">
      <dsp:nvSpPr>
        <dsp:cNvPr id="0" name=""/>
        <dsp:cNvSpPr/>
      </dsp:nvSpPr>
      <dsp:spPr>
        <a:xfrm>
          <a:off x="5171281" y="276661"/>
          <a:ext cx="1230312" cy="807392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solidFill>
                <a:schemeClr val="accent5">
                  <a:lumMod val="75000"/>
                </a:schemeClr>
              </a:solidFill>
            </a:rPr>
            <a:t>Delayed Investigation</a:t>
          </a:r>
        </a:p>
      </dsp:txBody>
      <dsp:txXfrm>
        <a:off x="5194929" y="300309"/>
        <a:ext cx="1183016" cy="760096"/>
      </dsp:txXfrm>
    </dsp:sp>
    <dsp:sp modelId="{88530FDD-857B-4CA0-98F6-04528C3A10F6}">
      <dsp:nvSpPr>
        <dsp:cNvPr id="0" name=""/>
        <dsp:cNvSpPr/>
      </dsp:nvSpPr>
      <dsp:spPr>
        <a:xfrm>
          <a:off x="6524624" y="527799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6524624" y="588822"/>
        <a:ext cx="182578" cy="183071"/>
      </dsp:txXfrm>
    </dsp:sp>
    <dsp:sp modelId="{4F79E099-0268-4BCE-ACF8-95D4EC1EFB0A}">
      <dsp:nvSpPr>
        <dsp:cNvPr id="0" name=""/>
        <dsp:cNvSpPr/>
      </dsp:nvSpPr>
      <dsp:spPr>
        <a:xfrm>
          <a:off x="6893718" y="276661"/>
          <a:ext cx="1230312" cy="807392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solidFill>
                <a:schemeClr val="accent5">
                  <a:lumMod val="75000"/>
                </a:schemeClr>
              </a:solidFill>
            </a:rPr>
            <a:t>Limited Evidence Traceability</a:t>
          </a:r>
        </a:p>
      </dsp:txBody>
      <dsp:txXfrm>
        <a:off x="6917366" y="300309"/>
        <a:ext cx="1183016" cy="7600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7D46B1-104B-48CF-813E-5192A6227083}">
      <dsp:nvSpPr>
        <dsp:cNvPr id="0" name=""/>
        <dsp:cNvSpPr/>
      </dsp:nvSpPr>
      <dsp:spPr>
        <a:xfrm>
          <a:off x="2312647" y="3237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Complaint Input</a:t>
          </a:r>
        </a:p>
      </dsp:txBody>
      <dsp:txXfrm>
        <a:off x="2331527" y="22117"/>
        <a:ext cx="2540695" cy="606853"/>
      </dsp:txXfrm>
    </dsp:sp>
    <dsp:sp modelId="{1D4956C4-9D64-46B3-BB3F-106A00EBCDB5}">
      <dsp:nvSpPr>
        <dsp:cNvPr id="0" name=""/>
        <dsp:cNvSpPr/>
      </dsp:nvSpPr>
      <dsp:spPr>
        <a:xfrm rot="5400000">
          <a:off x="3481009" y="623890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648063"/>
        <a:ext cx="174046" cy="169211"/>
      </dsp:txXfrm>
    </dsp:sp>
    <dsp:sp modelId="{2641BAFA-062A-4B83-813E-B3215666BEC9}">
      <dsp:nvSpPr>
        <dsp:cNvPr id="0" name=""/>
        <dsp:cNvSpPr/>
      </dsp:nvSpPr>
      <dsp:spPr>
        <a:xfrm>
          <a:off x="2312647" y="890005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Extract Facts</a:t>
          </a:r>
        </a:p>
      </dsp:txBody>
      <dsp:txXfrm>
        <a:off x="2331527" y="908885"/>
        <a:ext cx="2540695" cy="606853"/>
      </dsp:txXfrm>
    </dsp:sp>
    <dsp:sp modelId="{4E646B70-3CFC-47A2-9D4F-03D66C2F0155}">
      <dsp:nvSpPr>
        <dsp:cNvPr id="0" name=""/>
        <dsp:cNvSpPr/>
      </dsp:nvSpPr>
      <dsp:spPr>
        <a:xfrm rot="5400000">
          <a:off x="3481009" y="1510658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1534831"/>
        <a:ext cx="174046" cy="169211"/>
      </dsp:txXfrm>
    </dsp:sp>
    <dsp:sp modelId="{92B0C99A-C8C6-453F-929C-9A3D1E1F2F80}">
      <dsp:nvSpPr>
        <dsp:cNvPr id="0" name=""/>
        <dsp:cNvSpPr/>
      </dsp:nvSpPr>
      <dsp:spPr>
        <a:xfrm>
          <a:off x="2312647" y="1776773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Similar Reports</a:t>
          </a:r>
        </a:p>
      </dsp:txBody>
      <dsp:txXfrm>
        <a:off x="2331527" y="1795653"/>
        <a:ext cx="2540695" cy="606853"/>
      </dsp:txXfrm>
    </dsp:sp>
    <dsp:sp modelId="{9D0D5DA5-4DE8-46F2-89D2-3F1F09BD033C}">
      <dsp:nvSpPr>
        <dsp:cNvPr id="0" name=""/>
        <dsp:cNvSpPr/>
      </dsp:nvSpPr>
      <dsp:spPr>
        <a:xfrm rot="5400000">
          <a:off x="3481009" y="2397426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2421599"/>
        <a:ext cx="174046" cy="169211"/>
      </dsp:txXfrm>
    </dsp:sp>
    <dsp:sp modelId="{AB2D385A-BFC4-4607-82EA-FEBE390399C2}">
      <dsp:nvSpPr>
        <dsp:cNvPr id="0" name=""/>
        <dsp:cNvSpPr/>
      </dsp:nvSpPr>
      <dsp:spPr>
        <a:xfrm>
          <a:off x="2312647" y="2663541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Trends and Recalls</a:t>
          </a:r>
        </a:p>
      </dsp:txBody>
      <dsp:txXfrm>
        <a:off x="2331527" y="2682421"/>
        <a:ext cx="2540695" cy="606853"/>
      </dsp:txXfrm>
    </dsp:sp>
    <dsp:sp modelId="{11409950-681A-43F9-8836-04EE11D5028D}">
      <dsp:nvSpPr>
        <dsp:cNvPr id="0" name=""/>
        <dsp:cNvSpPr/>
      </dsp:nvSpPr>
      <dsp:spPr>
        <a:xfrm rot="5400000">
          <a:off x="3481009" y="3284194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3308367"/>
        <a:ext cx="174046" cy="169211"/>
      </dsp:txXfrm>
    </dsp:sp>
    <dsp:sp modelId="{47DA1F20-8E82-45E6-9872-F92E3BA6D539}">
      <dsp:nvSpPr>
        <dsp:cNvPr id="0" name=""/>
        <dsp:cNvSpPr/>
      </dsp:nvSpPr>
      <dsp:spPr>
        <a:xfrm>
          <a:off x="2312647" y="3550309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Priority + Regulation</a:t>
          </a:r>
        </a:p>
      </dsp:txBody>
      <dsp:txXfrm>
        <a:off x="2331527" y="3569189"/>
        <a:ext cx="2540695" cy="606853"/>
      </dsp:txXfrm>
    </dsp:sp>
    <dsp:sp modelId="{291641C7-10C6-4B2D-A87A-3B3A4BE5DD21}">
      <dsp:nvSpPr>
        <dsp:cNvPr id="0" name=""/>
        <dsp:cNvSpPr/>
      </dsp:nvSpPr>
      <dsp:spPr>
        <a:xfrm rot="5400000">
          <a:off x="3481009" y="4170962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4195135"/>
        <a:ext cx="174046" cy="169211"/>
      </dsp:txXfrm>
    </dsp:sp>
    <dsp:sp modelId="{1302D934-D468-496F-953F-DE26ECABB253}">
      <dsp:nvSpPr>
        <dsp:cNvPr id="0" name=""/>
        <dsp:cNvSpPr/>
      </dsp:nvSpPr>
      <dsp:spPr>
        <a:xfrm>
          <a:off x="2312647" y="4437077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Human Review</a:t>
          </a:r>
        </a:p>
      </dsp:txBody>
      <dsp:txXfrm>
        <a:off x="2331527" y="4455957"/>
        <a:ext cx="2540695" cy="6068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+mn-lt"/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III, 08.10.2026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</a:t>
            </a: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 AI: Medical Device Complaint Investigation Platform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Khavin C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251011010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T9972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8B9BE-EE05-FF03-5680-B8B3F5D90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94" y="5871177"/>
            <a:ext cx="2931892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93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lvl="0" algn="just"/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Medical device complaints need a traceable investigation of reported failures and harm.</a:t>
            </a:r>
          </a:p>
          <a:p>
            <a:pPr lvl="0" algn="just"/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Incomplete narratives make device identification and evidence review difficult.</a:t>
            </a:r>
          </a:p>
          <a:p>
            <a:pPr lvl="0" algn="just"/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Investigators compare past complaints, recall records and regulatory requirements.</a:t>
            </a:r>
          </a:p>
          <a:p>
            <a:pPr lvl="0" algn="just"/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MedTrace AI combines complaint analysis and supporting evidence in one workspace.</a:t>
            </a:r>
          </a:p>
          <a:p>
            <a:pPr lvl="0" algn="just"/>
            <a:r>
              <a:rPr lang="en-GB" b="0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The system supports infusion-pump investigations with qualified human review.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326AA8-24F5-87A2-6E01-E11E15FAFF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B39362C-7A8A-04EF-1B2C-66DBFF254E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0932201"/>
              </p:ext>
            </p:extLst>
          </p:nvPr>
        </p:nvGraphicFramePr>
        <p:xfrm>
          <a:off x="2193178" y="5703994"/>
          <a:ext cx="7582193" cy="651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Project Objectives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59D2DF-F202-C257-CED7-5D90B11EC5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E28D68F-05EE-0603-A6A8-B18695DF3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769363"/>
              </p:ext>
            </p:extLst>
          </p:nvPr>
        </p:nvGraphicFramePr>
        <p:xfrm>
          <a:off x="0" y="1336525"/>
          <a:ext cx="12192000" cy="2870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89070126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014125729"/>
                    </a:ext>
                  </a:extLst>
                </a:gridCol>
              </a:tblGrid>
              <a:tr h="568496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1. Extract device details and reported failure information from complaints.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4. Explain investigation priority using visible risk factors.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801169"/>
                  </a:ext>
                </a:extLst>
              </a:tr>
              <a:tr h="568496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2. Retrieve similar complaints from FDA MAUDE reports.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5. Retrieve relevant regulatory passages with source citations.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0762542"/>
                  </a:ext>
                </a:extLst>
              </a:tr>
              <a:tr h="981239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3. Identify recurring patterns and possible recall links.</a:t>
                      </a:r>
                      <a:endParaRPr lang="en-I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6. Save investigation evidence and generate a report for human review.</a:t>
                      </a:r>
                      <a:endParaRPr lang="en-I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4827589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174A6E-DC25-31A5-6155-6E4540D27E8E}"/>
              </a:ext>
            </a:extLst>
          </p:cNvPr>
          <p:cNvSpPr/>
          <p:nvPr/>
        </p:nvSpPr>
        <p:spPr>
          <a:xfrm>
            <a:off x="1561631" y="5115681"/>
            <a:ext cx="2852056" cy="1251858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Complaint:</a:t>
            </a:r>
          </a:p>
          <a:p>
            <a:pPr algn="ctr"/>
            <a:r>
              <a:rPr lang="en-IN" sz="2800" dirty="0">
                <a:solidFill>
                  <a:schemeClr val="accent3">
                    <a:lumMod val="50000"/>
                  </a:schemeClr>
                </a:solidFill>
              </a:rPr>
              <a:t>Facts and Gaps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ECA433-AC26-07BE-3A8D-5491D51E32CA}"/>
              </a:ext>
            </a:extLst>
          </p:cNvPr>
          <p:cNvSpPr/>
          <p:nvPr/>
        </p:nvSpPr>
        <p:spPr>
          <a:xfrm>
            <a:off x="4667865" y="5118473"/>
            <a:ext cx="2852056" cy="1251858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AI:</a:t>
            </a:r>
          </a:p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Evidence and Priority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59E31A-B6BA-46BF-2DEE-F12D72024E16}"/>
              </a:ext>
            </a:extLst>
          </p:cNvPr>
          <p:cNvSpPr/>
          <p:nvPr/>
        </p:nvSpPr>
        <p:spPr>
          <a:xfrm>
            <a:off x="7778313" y="5103597"/>
            <a:ext cx="2852056" cy="1251858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Investigator:</a:t>
            </a:r>
          </a:p>
          <a:p>
            <a:pPr algn="ctr"/>
            <a:r>
              <a:rPr lang="en-IN" sz="2800" dirty="0">
                <a:solidFill>
                  <a:schemeClr val="accent3">
                    <a:lumMod val="50000"/>
                  </a:schemeClr>
                </a:solidFill>
              </a:rPr>
              <a:t>Review and Decide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Core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9940D-DFF8-17A2-EA76-06D4414F4B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ACBB20-0BEB-8601-0BC2-059241E9216D}"/>
              </a:ext>
            </a:extLst>
          </p:cNvPr>
          <p:cNvSpPr/>
          <p:nvPr/>
        </p:nvSpPr>
        <p:spPr>
          <a:xfrm>
            <a:off x="607493" y="1507299"/>
            <a:ext cx="5346993" cy="1268535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Complaint Understanding</a:t>
            </a:r>
          </a:p>
          <a:p>
            <a:pPr algn="ctr"/>
            <a:r>
              <a:rPr lang="en-IN" sz="2000" dirty="0"/>
              <a:t>Extracts device details, failure indicators and reported harm.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7C58DF-250D-D544-2D7C-D82E7CD61C7E}"/>
              </a:ext>
            </a:extLst>
          </p:cNvPr>
          <p:cNvSpPr/>
          <p:nvPr/>
        </p:nvSpPr>
        <p:spPr>
          <a:xfrm>
            <a:off x="607494" y="2971101"/>
            <a:ext cx="5346992" cy="118556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Historical Case Retrieval</a:t>
            </a:r>
          </a:p>
          <a:p>
            <a:pPr algn="ctr"/>
            <a:r>
              <a:rPr lang="en-IN" sz="2000" dirty="0"/>
              <a:t>Finds related FDA reports and retains source references.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700B5A-4AD9-6E7E-BEC0-F241FDC7E062}"/>
              </a:ext>
            </a:extLst>
          </p:cNvPr>
          <p:cNvSpPr/>
          <p:nvPr/>
        </p:nvSpPr>
        <p:spPr>
          <a:xfrm>
            <a:off x="607494" y="4434895"/>
            <a:ext cx="5346992" cy="118556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Trend and Recall Analysis</a:t>
            </a:r>
          </a:p>
          <a:p>
            <a:pPr algn="ctr"/>
            <a:r>
              <a:rPr lang="en-IN" sz="2000" dirty="0"/>
              <a:t>Shows recurring problems and candidate recall matches.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55999B-D8B3-F8AC-8A6B-F839238DD948}"/>
              </a:ext>
            </a:extLst>
          </p:cNvPr>
          <p:cNvSpPr/>
          <p:nvPr/>
        </p:nvSpPr>
        <p:spPr>
          <a:xfrm>
            <a:off x="6093893" y="2972702"/>
            <a:ext cx="5346992" cy="1166531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Regulatory Evidence Retrieval</a:t>
            </a:r>
          </a:p>
          <a:p>
            <a:pPr algn="ctr"/>
            <a:r>
              <a:rPr lang="en-IN" sz="2000" dirty="0"/>
              <a:t>Retrieves relevant passages with dated source citations.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8B4695-6630-D665-AB06-1CBFCCC1F055}"/>
              </a:ext>
            </a:extLst>
          </p:cNvPr>
          <p:cNvSpPr/>
          <p:nvPr/>
        </p:nvSpPr>
        <p:spPr>
          <a:xfrm>
            <a:off x="6093892" y="1507299"/>
            <a:ext cx="5346993" cy="1268556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Explainable Investigation Priority</a:t>
            </a:r>
          </a:p>
          <a:p>
            <a:pPr algn="ctr"/>
            <a:r>
              <a:rPr lang="en-IN" sz="2000" dirty="0"/>
              <a:t>Shows the factors behind each priority recommendation.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7B2325-DE51-1949-E616-2650A303FA93}"/>
              </a:ext>
            </a:extLst>
          </p:cNvPr>
          <p:cNvSpPr/>
          <p:nvPr/>
        </p:nvSpPr>
        <p:spPr>
          <a:xfrm>
            <a:off x="6093893" y="4434895"/>
            <a:ext cx="5346992" cy="118556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Investigation Report Workspace</a:t>
            </a:r>
          </a:p>
          <a:p>
            <a:pPr algn="ctr"/>
            <a:r>
              <a:rPr lang="en-IN" sz="2000" dirty="0"/>
              <a:t>Stores findings and generates reports for qualified review.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CE1541F3-0A7D-0065-D9B9-B1C4C9F864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0972045"/>
              </p:ext>
            </p:extLst>
          </p:nvPr>
        </p:nvGraphicFramePr>
        <p:xfrm>
          <a:off x="2032000" y="5520040"/>
          <a:ext cx="8128000" cy="1185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Complaint narratives often omit essential device and event details.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Manual searches across reports and recalls slow evidence collection.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Similar reports can describe the same failure using different terms.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Priority decisions need explicit reasons and traceable supporting evidence.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MedTrace AI links complaint facts, historical evidence and regulatory sources.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B4BCA4-A545-DFB6-F1F8-018B7D6DB7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762135D-2633-7FC7-6F99-4E3ED21A29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4964329"/>
              </p:ext>
            </p:extLst>
          </p:nvPr>
        </p:nvGraphicFramePr>
        <p:xfrm>
          <a:off x="2238828" y="5334000"/>
          <a:ext cx="8128000" cy="13607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 err="1">
                <a:solidFill>
                  <a:srgbClr val="5B9BD5">
                    <a:lumMod val="50000"/>
                  </a:srgbClr>
                </a:solidFill>
              </a:rPr>
              <a:t>MedTrace AI Workflow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35C1F6-083F-564C-B8D9-694080AEE1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8C6438C9-81E2-B168-73B3-89048D3260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3887202"/>
              </p:ext>
            </p:extLst>
          </p:nvPr>
        </p:nvGraphicFramePr>
        <p:xfrm>
          <a:off x="6574973" y="1191756"/>
          <a:ext cx="7203750" cy="50849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81E3A18-CCBE-295C-EDA1-AEB4F301EBB6}"/>
              </a:ext>
            </a:extLst>
          </p:cNvPr>
          <p:cNvSpPr txBox="1"/>
          <p:nvPr/>
        </p:nvSpPr>
        <p:spPr>
          <a:xfrm>
            <a:off x="1" y="1234638"/>
            <a:ext cx="88065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1. Enter a complaint and available device identifiers.</a:t>
            </a:r>
          </a:p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2. Extract reported facts and highlight missing details.</a:t>
            </a:r>
          </a:p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3. Retrieve similar FDA reports and related evidence.</a:t>
            </a:r>
          </a:p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4. Check recurring patterns and possible recall links.</a:t>
            </a:r>
          </a:p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5. Explain priority and retrieve regulatory passages.</a:t>
            </a:r>
          </a:p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6. Save the investigation report for qualified review.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911545-7A61-CF09-1C73-99EB72486E0C}"/>
              </a:ext>
            </a:extLst>
          </p:cNvPr>
          <p:cNvSpPr/>
          <p:nvPr/>
        </p:nvSpPr>
        <p:spPr>
          <a:xfrm>
            <a:off x="1997519" y="5758953"/>
            <a:ext cx="6047023" cy="696685"/>
          </a:xfrm>
          <a:prstGeom prst="round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The investigator verifies evidence and makes the final decision.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11936004" cy="3619194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Approach: </a:t>
            </a:r>
            <a:r>
              <a:rPr lang="en-US" b="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Rules extract complaint facts and evidence spans. TF-IDF and semantic search retrieve related reports. Trend analysis identifies recurring issues and recall candidates. Visible rules explain priority. Regulatory retrieval supplies cited passages for the investigation report.</a:t>
            </a:r>
            <a:endParaRPr lang="en-US" sz="2400" b="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Approach, Algorithms, and 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6DC4AF-A7EA-07A8-5412-2C26E9267C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343974-82D0-042F-B514-688F183E5FB7}"/>
              </a:ext>
            </a:extLst>
          </p:cNvPr>
          <p:cNvSpPr txBox="1"/>
          <p:nvPr/>
        </p:nvSpPr>
        <p:spPr>
          <a:xfrm>
            <a:off x="359219" y="4090195"/>
            <a:ext cx="112122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Tools:</a:t>
            </a:r>
          </a:p>
          <a:p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7121A9-0792-017A-119B-9D8E88A62560}"/>
              </a:ext>
            </a:extLst>
          </p:cNvPr>
          <p:cNvSpPr/>
          <p:nvPr/>
        </p:nvSpPr>
        <p:spPr>
          <a:xfrm>
            <a:off x="1936053" y="4090195"/>
            <a:ext cx="8095422" cy="1308638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Python, FastAPI, Streamlit, SQLite, SQLAlchemy</a:t>
            </a:r>
          </a:p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pandas, scikit-learn, Sentence Transformers, FAISS, Plotly</a:t>
            </a:r>
          </a:p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LangGraph, LangChain and regulatory evidence retrieval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250E28-0BFE-8511-D30B-D9CD495B17B8}"/>
              </a:ext>
            </a:extLst>
          </p:cNvPr>
          <p:cNvGrpSpPr/>
          <p:nvPr/>
        </p:nvGrpSpPr>
        <p:grpSpPr>
          <a:xfrm>
            <a:off x="2481925" y="5666244"/>
            <a:ext cx="1639726" cy="651461"/>
            <a:chOff x="6780" y="0"/>
            <a:chExt cx="1639726" cy="651461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E89C200-4FE3-DDFB-01BF-B98DB5AEBE40}"/>
                </a:ext>
              </a:extLst>
            </p:cNvPr>
            <p:cNvSpPr/>
            <p:nvPr/>
          </p:nvSpPr>
          <p:spPr>
            <a:xfrm>
              <a:off x="6780" y="0"/>
              <a:ext cx="1639726" cy="651461"/>
            </a:xfrm>
            <a:prstGeom prst="roundRect">
              <a:avLst>
                <a:gd name="adj" fmla="val 1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2648B4E5-5E21-05C4-4540-5969709419AE}"/>
                </a:ext>
              </a:extLst>
            </p:cNvPr>
            <p:cNvSpPr txBox="1"/>
            <p:nvPr/>
          </p:nvSpPr>
          <p:spPr>
            <a:xfrm>
              <a:off x="25861" y="19081"/>
              <a:ext cx="1601564" cy="61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b="1" kern="1200" dirty="0" err="1">
                  <a:solidFill>
                    <a:schemeClr val="accent5">
                      <a:lumMod val="75000"/>
                    </a:schemeClr>
                  </a:solidFill>
                </a:rPr>
                <a:t>Streamlit</a:t>
              </a:r>
              <a:r>
                <a:rPr lang="en-IN" sz="1600" b="1" kern="1200" dirty="0">
                  <a:solidFill>
                    <a:schemeClr val="accent5">
                      <a:lumMod val="75000"/>
                    </a:schemeClr>
                  </a:solidFill>
                </a:rPr>
                <a:t> Dashboard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480729-AD57-9EC1-0E56-2BD5E04F5414}"/>
              </a:ext>
            </a:extLst>
          </p:cNvPr>
          <p:cNvGrpSpPr/>
          <p:nvPr/>
        </p:nvGrpSpPr>
        <p:grpSpPr>
          <a:xfrm>
            <a:off x="4121177" y="5788648"/>
            <a:ext cx="347622" cy="406652"/>
            <a:chOff x="1646032" y="122404"/>
            <a:chExt cx="347622" cy="406652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93696579-6013-89A0-0B80-C96E4B631C1D}"/>
                </a:ext>
              </a:extLst>
            </p:cNvPr>
            <p:cNvSpPr/>
            <p:nvPr/>
          </p:nvSpPr>
          <p:spPr>
            <a:xfrm>
              <a:off x="1646032" y="122404"/>
              <a:ext cx="347622" cy="406652"/>
            </a:xfrm>
            <a:prstGeom prst="rightArrow">
              <a:avLst>
                <a:gd name="adj1" fmla="val 60000"/>
                <a:gd name="adj2" fmla="val 5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Arrow: Right 6">
              <a:extLst>
                <a:ext uri="{FF2B5EF4-FFF2-40B4-BE49-F238E27FC236}">
                  <a16:creationId xmlns:a16="http://schemas.microsoft.com/office/drawing/2014/main" id="{73571A9F-1FBD-AA29-BB45-64A6CA4879E0}"/>
                </a:ext>
              </a:extLst>
            </p:cNvPr>
            <p:cNvSpPr txBox="1"/>
            <p:nvPr/>
          </p:nvSpPr>
          <p:spPr>
            <a:xfrm>
              <a:off x="1646032" y="203734"/>
              <a:ext cx="243335" cy="2439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600" b="1" kern="1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1F5A98-6912-C149-FE4F-489EB4C4B9A0}"/>
              </a:ext>
            </a:extLst>
          </p:cNvPr>
          <p:cNvGrpSpPr/>
          <p:nvPr/>
        </p:nvGrpSpPr>
        <p:grpSpPr>
          <a:xfrm>
            <a:off x="4458227" y="5666244"/>
            <a:ext cx="1639726" cy="651461"/>
            <a:chOff x="1983082" y="0"/>
            <a:chExt cx="1639726" cy="65146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DE19E1F-B9A2-05B4-3104-E17E770C7EAF}"/>
                </a:ext>
              </a:extLst>
            </p:cNvPr>
            <p:cNvSpPr/>
            <p:nvPr/>
          </p:nvSpPr>
          <p:spPr>
            <a:xfrm>
              <a:off x="1983082" y="0"/>
              <a:ext cx="1639726" cy="651461"/>
            </a:xfrm>
            <a:prstGeom prst="roundRect">
              <a:avLst>
                <a:gd name="adj" fmla="val 1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: Rounded Corners 8">
              <a:extLst>
                <a:ext uri="{FF2B5EF4-FFF2-40B4-BE49-F238E27FC236}">
                  <a16:creationId xmlns:a16="http://schemas.microsoft.com/office/drawing/2014/main" id="{7E149A95-9579-1266-5A78-0032650C35CC}"/>
                </a:ext>
              </a:extLst>
            </p:cNvPr>
            <p:cNvSpPr txBox="1"/>
            <p:nvPr/>
          </p:nvSpPr>
          <p:spPr>
            <a:xfrm>
              <a:off x="2002163" y="19081"/>
              <a:ext cx="1601564" cy="61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b="1" kern="1200" dirty="0" err="1">
                  <a:solidFill>
                    <a:schemeClr val="accent5">
                      <a:lumMod val="75000"/>
                    </a:schemeClr>
                  </a:solidFill>
                </a:rPr>
                <a:t>FastAPI</a:t>
              </a:r>
              <a:r>
                <a:rPr lang="en-IN" sz="1600" b="1" kern="1200" dirty="0">
                  <a:solidFill>
                    <a:schemeClr val="accent5">
                      <a:lumMod val="75000"/>
                    </a:schemeClr>
                  </a:solidFill>
                </a:rPr>
                <a:t> Backend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0644721-74A0-8289-F18B-6ED885F74DDC}"/>
              </a:ext>
            </a:extLst>
          </p:cNvPr>
          <p:cNvGrpSpPr/>
          <p:nvPr/>
        </p:nvGrpSpPr>
        <p:grpSpPr>
          <a:xfrm>
            <a:off x="6097479" y="5788648"/>
            <a:ext cx="347622" cy="406652"/>
            <a:chOff x="3622334" y="122404"/>
            <a:chExt cx="347622" cy="406652"/>
          </a:xfrm>
        </p:grpSpPr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7B55783B-3AC3-C701-4265-8B1BC397D9FA}"/>
                </a:ext>
              </a:extLst>
            </p:cNvPr>
            <p:cNvSpPr/>
            <p:nvPr/>
          </p:nvSpPr>
          <p:spPr>
            <a:xfrm>
              <a:off x="3622334" y="122404"/>
              <a:ext cx="347622" cy="406652"/>
            </a:xfrm>
            <a:prstGeom prst="rightArrow">
              <a:avLst>
                <a:gd name="adj1" fmla="val 60000"/>
                <a:gd name="adj2" fmla="val 5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Arrow: Right 10">
              <a:extLst>
                <a:ext uri="{FF2B5EF4-FFF2-40B4-BE49-F238E27FC236}">
                  <a16:creationId xmlns:a16="http://schemas.microsoft.com/office/drawing/2014/main" id="{398729D7-DACE-DB7E-019C-85C88E61E674}"/>
                </a:ext>
              </a:extLst>
            </p:cNvPr>
            <p:cNvSpPr txBox="1"/>
            <p:nvPr/>
          </p:nvSpPr>
          <p:spPr>
            <a:xfrm>
              <a:off x="3622334" y="203734"/>
              <a:ext cx="243335" cy="2439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600" b="1" kern="1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4C67A0A-70D0-0DF8-CFFF-EC9D8916F76C}"/>
              </a:ext>
            </a:extLst>
          </p:cNvPr>
          <p:cNvGrpSpPr/>
          <p:nvPr/>
        </p:nvGrpSpPr>
        <p:grpSpPr>
          <a:xfrm>
            <a:off x="6434529" y="5666244"/>
            <a:ext cx="1639726" cy="651461"/>
            <a:chOff x="3959384" y="0"/>
            <a:chExt cx="1639726" cy="651461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13E019C-2602-B7B4-1EBB-5C0909A28D29}"/>
                </a:ext>
              </a:extLst>
            </p:cNvPr>
            <p:cNvSpPr/>
            <p:nvPr/>
          </p:nvSpPr>
          <p:spPr>
            <a:xfrm>
              <a:off x="3959384" y="0"/>
              <a:ext cx="1639726" cy="651461"/>
            </a:xfrm>
            <a:prstGeom prst="roundRect">
              <a:avLst>
                <a:gd name="adj" fmla="val 1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: Rounded Corners 12">
              <a:extLst>
                <a:ext uri="{FF2B5EF4-FFF2-40B4-BE49-F238E27FC236}">
                  <a16:creationId xmlns:a16="http://schemas.microsoft.com/office/drawing/2014/main" id="{CD37402A-101C-3744-78E4-6AEFFE9F3CE2}"/>
                </a:ext>
              </a:extLst>
            </p:cNvPr>
            <p:cNvSpPr txBox="1"/>
            <p:nvPr/>
          </p:nvSpPr>
          <p:spPr>
            <a:xfrm>
              <a:off x="3978465" y="19081"/>
              <a:ext cx="1601564" cy="61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b="1" kern="1200" dirty="0">
                  <a:solidFill>
                    <a:schemeClr val="accent5">
                      <a:lumMod val="75000"/>
                    </a:schemeClr>
                  </a:solidFill>
                </a:rPr>
                <a:t>SQLite Database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F748465-0B9F-5AC1-D45E-DEDC641D31D5}"/>
              </a:ext>
            </a:extLst>
          </p:cNvPr>
          <p:cNvGrpSpPr/>
          <p:nvPr/>
        </p:nvGrpSpPr>
        <p:grpSpPr>
          <a:xfrm>
            <a:off x="8073780" y="5788648"/>
            <a:ext cx="347622" cy="406652"/>
            <a:chOff x="5598635" y="122404"/>
            <a:chExt cx="347622" cy="406652"/>
          </a:xfrm>
        </p:grpSpPr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2E2C9542-981B-85B1-84E5-F8570255B285}"/>
                </a:ext>
              </a:extLst>
            </p:cNvPr>
            <p:cNvSpPr/>
            <p:nvPr/>
          </p:nvSpPr>
          <p:spPr>
            <a:xfrm>
              <a:off x="5598635" y="122404"/>
              <a:ext cx="347622" cy="406652"/>
            </a:xfrm>
            <a:prstGeom prst="rightArrow">
              <a:avLst>
                <a:gd name="adj1" fmla="val 60000"/>
                <a:gd name="adj2" fmla="val 5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Arrow: Right 14">
              <a:extLst>
                <a:ext uri="{FF2B5EF4-FFF2-40B4-BE49-F238E27FC236}">
                  <a16:creationId xmlns:a16="http://schemas.microsoft.com/office/drawing/2014/main" id="{48922EBF-07A4-6FA6-49C5-46D1C2B81196}"/>
                </a:ext>
              </a:extLst>
            </p:cNvPr>
            <p:cNvSpPr txBox="1"/>
            <p:nvPr/>
          </p:nvSpPr>
          <p:spPr>
            <a:xfrm>
              <a:off x="5598635" y="203734"/>
              <a:ext cx="243335" cy="2439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600" b="1" kern="1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22590C-C90B-4624-A61D-A4802D729A70}"/>
              </a:ext>
            </a:extLst>
          </p:cNvPr>
          <p:cNvGrpSpPr/>
          <p:nvPr/>
        </p:nvGrpSpPr>
        <p:grpSpPr>
          <a:xfrm>
            <a:off x="8410830" y="5666244"/>
            <a:ext cx="1639726" cy="651461"/>
            <a:chOff x="5935685" y="0"/>
            <a:chExt cx="1639726" cy="651461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FE2234A-FE04-0A3C-35C9-29BF03B1CD58}"/>
                </a:ext>
              </a:extLst>
            </p:cNvPr>
            <p:cNvSpPr/>
            <p:nvPr/>
          </p:nvSpPr>
          <p:spPr>
            <a:xfrm>
              <a:off x="5935685" y="0"/>
              <a:ext cx="1639726" cy="651461"/>
            </a:xfrm>
            <a:prstGeom prst="roundRect">
              <a:avLst>
                <a:gd name="adj" fmla="val 10000"/>
              </a:avLst>
            </a:prstGeom>
            <a:ln w="3810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: Rounded Corners 16">
              <a:extLst>
                <a:ext uri="{FF2B5EF4-FFF2-40B4-BE49-F238E27FC236}">
                  <a16:creationId xmlns:a16="http://schemas.microsoft.com/office/drawing/2014/main" id="{1377D09B-C9B7-AC76-AC58-94830F7B3A63}"/>
                </a:ext>
              </a:extLst>
            </p:cNvPr>
            <p:cNvSpPr txBox="1"/>
            <p:nvPr/>
          </p:nvSpPr>
          <p:spPr>
            <a:xfrm>
              <a:off x="5954766" y="19081"/>
              <a:ext cx="1601564" cy="61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b="1" kern="1200" dirty="0">
                  <a:solidFill>
                    <a:schemeClr val="accent5">
                      <a:lumMod val="75000"/>
                    </a:schemeClr>
                  </a:solidFill>
                </a:rPr>
                <a:t>Retrieval + Evidence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E117-DB9E-D206-9CD7-C37D0995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4A7421-C027-4A25-AE51-351800613D6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demonstration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2A0E29-9539-9B7C-7EF6-8B63C7081ED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F57E60E-3874-74CB-AD19-9D13D22C3A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527149-C8E9-918D-7F93-D76FC544A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07" y="1234637"/>
            <a:ext cx="9655629" cy="50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9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1556B-368F-CBBB-514D-02AD19F1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40DA6B-EF7F-CF5A-2EFA-5FF88135983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Results: Complaint Investigator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71B365-C1B5-9D01-D028-128C17C84F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694ABC2-0978-702F-1CC8-71FA99A1C7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EFB5EF-684D-D2F5-1C1E-CAE9479F2AB4}"/>
              </a:ext>
            </a:extLst>
          </p:cNvPr>
          <p:cNvSpPr txBox="1"/>
          <p:nvPr/>
        </p:nvSpPr>
        <p:spPr>
          <a:xfrm>
            <a:off x="402771" y="1382488"/>
            <a:ext cx="680357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70C0"/>
                </a:solidFill>
              </a:rPr>
              <a:t>Extracted device details, failure indicators and reported harm from complaint narratives.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70C0"/>
                </a:solidFill>
              </a:rPr>
              <a:t>Highlighted missing information requiring investigator follow-up.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70C0"/>
                </a:solidFill>
              </a:rPr>
              <a:t>Retrieved similar FDA MAUDE reports to support investigation.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70C0"/>
                </a:solidFill>
              </a:rPr>
              <a:t>Displayed recurring complaint patterns and potential recall matches.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70C0"/>
                </a:solidFill>
              </a:rPr>
              <a:t>Presented investigation priority with clear supporting factors.</a:t>
            </a:r>
          </a:p>
          <a:p>
            <a:pPr algn="just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E38FDE-E162-622D-7EFE-DD1AAFB61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073" y="1234637"/>
            <a:ext cx="3897766" cy="24882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9A841F-F9AE-3403-31F3-692458250A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073" y="3765794"/>
            <a:ext cx="3909040" cy="214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6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9EF2F-A4DF-2533-0744-01FC79F4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E406CE-F446-EAF3-4577-8DDB2C35B51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Validation Summary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6177A8-0A6D-CCBC-FF6F-FABF3E2745E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EE7FD1D-A255-B298-CB26-73576775BF4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555A09-CBFF-2681-690A-295834BDEE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186C2C-B7B6-80E5-4121-400678E87CC4}"/>
              </a:ext>
            </a:extLst>
          </p:cNvPr>
          <p:cNvSpPr/>
          <p:nvPr/>
        </p:nvSpPr>
        <p:spPr>
          <a:xfrm>
            <a:off x="8980027" y="1173584"/>
            <a:ext cx="2996204" cy="1230079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18 Passed</a:t>
            </a:r>
          </a:p>
          <a:p>
            <a:pPr algn="just"/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Automated Tests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D0FF36D-C578-576D-A4C0-638D0B68C860}"/>
              </a:ext>
            </a:extLst>
          </p:cNvPr>
          <p:cNvSpPr/>
          <p:nvPr/>
        </p:nvSpPr>
        <p:spPr>
          <a:xfrm>
            <a:off x="1015433" y="5469177"/>
            <a:ext cx="11038113" cy="867281"/>
          </a:xfrm>
          <a:prstGeom prst="round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Validation covers software workflows and evidence retrieval. Qualified review remains essential for regulatory decisions.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7FF491-F865-3ACC-D411-13262D92D2E7}"/>
              </a:ext>
            </a:extLst>
          </p:cNvPr>
          <p:cNvSpPr/>
          <p:nvPr/>
        </p:nvSpPr>
        <p:spPr>
          <a:xfrm>
            <a:off x="8974522" y="4072168"/>
            <a:ext cx="2996204" cy="1230079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 err="1">
                <a:solidFill>
                  <a:schemeClr val="accent5">
                    <a:lumMod val="75000"/>
                  </a:schemeClr>
                </a:solidFill>
              </a:rPr>
              <a:t>FastAPI + Streamlit</a:t>
            </a:r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just"/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Workflow Validation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D7FF20-23D5-50DE-93DB-593B3C741F5E}"/>
              </a:ext>
            </a:extLst>
          </p:cNvPr>
          <p:cNvSpPr/>
          <p:nvPr/>
        </p:nvSpPr>
        <p:spPr>
          <a:xfrm>
            <a:off x="8974522" y="2622876"/>
            <a:ext cx="2996204" cy="1230079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Source References</a:t>
            </a:r>
          </a:p>
          <a:p>
            <a:pPr algn="just"/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Evidence Traceability</a:t>
            </a:r>
            <a:endParaRPr lang="en-IN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6A52AF7-658B-A403-7F22-9EF7B5DCE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216479"/>
              </p:ext>
            </p:extLst>
          </p:nvPr>
        </p:nvGraphicFramePr>
        <p:xfrm>
          <a:off x="221274" y="1363651"/>
          <a:ext cx="8530840" cy="396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5420">
                  <a:extLst>
                    <a:ext uri="{9D8B030D-6E8A-4147-A177-3AD203B41FA5}">
                      <a16:colId xmlns:a16="http://schemas.microsoft.com/office/drawing/2014/main" val="1090945894"/>
                    </a:ext>
                  </a:extLst>
                </a:gridCol>
                <a:gridCol w="4265420">
                  <a:extLst>
                    <a:ext uri="{9D8B030D-6E8A-4147-A177-3AD203B41FA5}">
                      <a16:colId xmlns:a16="http://schemas.microsoft.com/office/drawing/2014/main" val="1309203718"/>
                    </a:ext>
                  </a:extLst>
                </a:gridCol>
              </a:tblGrid>
              <a:tr h="1126457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Automated Test Suite</a:t>
                      </a:r>
                    </a:p>
                    <a:p>
                      <a:r>
                        <a:rPr lang="en-IN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18 automated tests passed.</a:t>
                      </a:r>
                      <a:endParaRPr lang="en-IN" sz="20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Evidence Retrieval</a:t>
                      </a:r>
                    </a:p>
                    <a:p>
                      <a:r>
                        <a:rPr lang="en-IN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Similar FDA reports and regulatory passages retrieved.</a:t>
                      </a:r>
                      <a:endParaRPr lang="en-IN" sz="20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0173096"/>
                  </a:ext>
                </a:extLst>
              </a:tr>
              <a:tr h="1771103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Application Workflow</a:t>
                      </a:r>
                    </a:p>
                    <a:p>
                      <a:r>
                        <a:rPr lang="en-IN" sz="20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FastAPI and Streamlit workflow tested.</a:t>
                      </a:r>
                      <a:endParaRPr lang="en-IN" sz="20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Investigation Storage</a:t>
                      </a:r>
                    </a:p>
                    <a:p>
                      <a:r>
                        <a:rPr lang="en-IN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SQLite stores investigation records.</a:t>
                      </a:r>
                    </a:p>
                    <a:p>
                      <a:r>
                        <a:rPr lang="en-IN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Source references remain linked to evidence.</a:t>
                      </a:r>
                      <a:endParaRPr lang="en-IN" sz="20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5961860"/>
                  </a:ext>
                </a:extLst>
              </a:tr>
              <a:tr h="1062088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Workflow Orchestration</a:t>
                      </a:r>
                    </a:p>
                    <a:p>
                      <a:r>
                        <a:rPr lang="en-IN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Sequential and LangGraph execution checked.</a:t>
                      </a:r>
                      <a:endParaRPr lang="en-IN" sz="20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0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8057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78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MedTrace AI brings medical device complaint investigation into one workflow.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Complaint extraction highlights reported facts and missing information.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Historical reports and recall candidates support evidence review.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Visible priority factors and cited regulatory passages explain recommendations.</a:t>
            </a:r>
          </a:p>
          <a:p>
            <a:pPr marL="0" indent="0" algn="just"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Stored investigations preserve evidence for qualified human decisions.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51EA0C-11D8-F016-1A88-73DD0F5D2D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8D5007-4EFF-54E4-AABC-CE2378A0030B}"/>
              </a:ext>
            </a:extLst>
          </p:cNvPr>
          <p:cNvSpPr txBox="1"/>
          <p:nvPr/>
        </p:nvSpPr>
        <p:spPr>
          <a:xfrm>
            <a:off x="2677887" y="5578319"/>
            <a:ext cx="7935686" cy="830997"/>
          </a:xfrm>
          <a:prstGeom prst="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MedTrace AI supports traceable investigation from complaint intake to human review.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FAE4-CECD-5538-92C3-0453CB4E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66008-6E1D-39CA-F9EE-09D03935943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Limitations and Future Work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FC399-53D8-9021-E323-6D5B42D09892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1096FB-6CFD-4BF1-E505-F682DDBCA0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6F41DE-E0DE-1B92-8096-BB13AC53A5A2}"/>
              </a:ext>
            </a:extLst>
          </p:cNvPr>
          <p:cNvSpPr txBox="1"/>
          <p:nvPr/>
        </p:nvSpPr>
        <p:spPr>
          <a:xfrm>
            <a:off x="6221368" y="1415649"/>
            <a:ext cx="5578748" cy="3785652"/>
          </a:xfrm>
          <a:prstGeom prst="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Future work</a:t>
            </a:r>
            <a:endParaRPr lang="en-GB" sz="2400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Extend coverage to additional medical device categories.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Expand the corpus with expert-reviewed investigation labels.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Evaluate retrieval and classification across diverse failure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Integrate manufacturer quality systems and controlled production access.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F82C55-DCD7-5829-D70E-7B63CA645864}"/>
              </a:ext>
            </a:extLst>
          </p:cNvPr>
          <p:cNvSpPr txBox="1"/>
          <p:nvPr/>
        </p:nvSpPr>
        <p:spPr>
          <a:xfrm>
            <a:off x="391886" y="1415649"/>
            <a:ext cx="5578747" cy="3847207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/>
                </a:solidFill>
              </a:rPr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Public reports contain missing values, duplicates and reporting bias.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Similarity and recall matches require investigator verification.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Report counts do not establish incidence or device failure rates.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Regulatory interpretation and final decisions require qualified review.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14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F67A-643D-813A-1103-07DEE3240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BDE185-8577-07A9-AC9C-F91ED6E53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dirty="0">
                <a:solidFill>
                  <a:srgbClr val="5583D1"/>
                </a:solidFill>
              </a:rPr>
              <a:t>FDA. MAUDE medical device adverse event reports. www.accessdata.fda.gov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dirty="0">
                <a:solidFill>
                  <a:srgbClr val="5583D1"/>
                </a:solidFill>
              </a:rPr>
              <a:t>FDA. Device Event and Recall API documentation. open.fda.gov/apis/device/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dirty="0">
                <a:solidFill>
                  <a:srgbClr val="5583D1"/>
                </a:solidFill>
              </a:rPr>
              <a:t>eCFR. 21 CFR Part 803: Medical Device Reporting. www.ecfr.gov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dirty="0">
                <a:solidFill>
                  <a:srgbClr val="5583D1"/>
                </a:solidFill>
              </a:rPr>
              <a:t>Sentence Transformers. Semantic search documentation. www.sbert.net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dirty="0">
                <a:solidFill>
                  <a:srgbClr val="5583D1"/>
                </a:solidFill>
              </a:rPr>
              <a:t>FAISS. Similarity search documentation. faiss.ai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982BD-04E0-0B0E-5CE9-40B525B302D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C93C21-67D0-00A4-2A01-96C33D583D4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8CAE3D7-F59D-067B-D32E-9C065C5A00BE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CFBE07-5F45-92DE-D99A-D0CB45E959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0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876</Words>
  <Application>Microsoft Office PowerPoint</Application>
  <PresentationFormat>Widescreen</PresentationFormat>
  <Paragraphs>154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Khavin C</cp:lastModifiedBy>
  <cp:revision>26</cp:revision>
  <dcterms:created xsi:type="dcterms:W3CDTF">2024-05-13T10:33:11Z</dcterms:created>
  <dcterms:modified xsi:type="dcterms:W3CDTF">2026-10-12T23:29:03Z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